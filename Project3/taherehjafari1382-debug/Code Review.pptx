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2"/>
  </p:notesMasterIdLst>
  <p:sldIdLst>
    <p:sldId id="267" r:id="rId2"/>
    <p:sldId id="265" r:id="rId3"/>
    <p:sldId id="257" r:id="rId4"/>
    <p:sldId id="266" r:id="rId5"/>
    <p:sldId id="270" r:id="rId6"/>
    <p:sldId id="277" r:id="rId7"/>
    <p:sldId id="278" r:id="rId8"/>
    <p:sldId id="279" r:id="rId9"/>
    <p:sldId id="290" r:id="rId10"/>
    <p:sldId id="291" r:id="rId11"/>
    <p:sldId id="294" r:id="rId12"/>
    <p:sldId id="295" r:id="rId13"/>
    <p:sldId id="293" r:id="rId14"/>
    <p:sldId id="296" r:id="rId15"/>
    <p:sldId id="297" r:id="rId16"/>
    <p:sldId id="298" r:id="rId17"/>
    <p:sldId id="299" r:id="rId18"/>
    <p:sldId id="300" r:id="rId19"/>
    <p:sldId id="301" r:id="rId20"/>
    <p:sldId id="268" r:id="rId21"/>
  </p:sldIdLst>
  <p:sldSz cx="12192000" cy="6858000"/>
  <p:notesSz cx="6858000" cy="9144000"/>
  <p:embeddedFontLst>
    <p:embeddedFont>
      <p:font typeface="A Hana" panose="020B0604020202020204" charset="-78"/>
      <p:regular r:id="rId23"/>
    </p:embeddedFont>
    <p:embeddedFont>
      <p:font typeface="Arial Rounded MT Bold" panose="020F0704030504030204" pitchFamily="34" charset="0"/>
      <p:regular r:id="rId24"/>
    </p:embeddedFont>
    <p:embeddedFont>
      <p:font typeface="B Kamran" panose="020B0604020202020204" charset="-78"/>
      <p:regular r:id="rId25"/>
      <p:bold r:id="rId26"/>
    </p:embeddedFont>
    <p:embeddedFont>
      <p:font typeface="B Nazanin" panose="020B0604020202020204" charset="-78"/>
      <p:regular r:id="rId27"/>
      <p:bold r:id="rId28"/>
    </p:embeddedFont>
    <p:embeddedFont>
      <p:font typeface="B Titr" panose="020B0604020202020204" charset="-78"/>
      <p:bold r:id="rId29"/>
    </p:embeddedFont>
    <p:embeddedFont>
      <p:font typeface="Bahnschrift" panose="020B0502040204020203" pitchFamily="34" charset="0"/>
      <p:regular r:id="rId30"/>
      <p:bold r:id="rId31"/>
    </p:embeddedFont>
    <p:embeddedFont>
      <p:font typeface="IRANMarker" panose="020B0604020202020204" charset="-78"/>
      <p:regular r:id="rId32"/>
    </p:embeddedFont>
    <p:embeddedFont>
      <p:font typeface="Lalezar" panose="00000500000000000000" pitchFamily="2" charset="-78"/>
      <p:regular r:id="rId33"/>
    </p:embeddedFont>
    <p:embeddedFont>
      <p:font typeface="Webdings" panose="05030102010509060703" pitchFamily="18" charset="2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1410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71A64C-EE37-41E3-ACE7-3EEC5FFD8813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019E3-9AE5-485E-9EB1-CEAE477C8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5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42F9-9ADC-34C7-DD16-537533CB8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3D91C-4DA1-9C28-857D-99A9AB50BB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22071-ED5C-6D13-BB4F-57A49CA3C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7104-92B8-433B-BCA2-C7DBF94E9FB9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EE6F7-071B-C466-4738-CEC047298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8B688-5DD4-6D78-67A6-47AEE5D5C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16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9324B-9E3A-8D17-1594-3551A8F72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98FE5-81B2-59FE-C0B4-34251630E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CD240-1E3A-45BB-57E5-8C5DC06A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E3413-C7E1-4B9A-B2FE-CD6581EDB9C8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174A8-B500-760D-DF18-024366278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C4C45-28A1-DABE-156D-62894C403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44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D9C13-35E9-E0C8-F60A-48B8686FB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33AA3-3DCF-4D22-27D5-46A9A3AB0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68710-B41A-E5C1-D004-5F71399F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63EC-22B1-4E00-B60F-659C096C4E23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25E53-6AC1-26EA-4587-B6C713397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2292B-849B-5588-6C73-7FFB144FD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17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0F8A3-DDA9-6D7F-CF69-ADC943F5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8A0E3-2F22-A4ED-714B-7205FACB8E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E4A0E-C5D7-8DA5-A66B-F9974CC8A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C560B-DE8B-C794-35E2-E90DB7926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D322-958A-4A37-BF3C-2BA28FF13E5A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D4E0B-385D-2E29-EDA6-028D4372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8E020-A2B6-D2FC-A32C-A9AA53E0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00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1ABA3-DA03-819D-25DE-B3BC2D7B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AF9C-A4DF-A54B-41B9-598A8A16E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531DE-C6EB-815A-E653-AD0B53FCA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56CBE0-2E99-D8FB-4336-C9BFD35E0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E3FE89-4EEE-203B-B604-AD1F153030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27A751-4213-31E0-0676-6072F5D6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40FC-2F11-4745-8B08-4371495264DD}" type="datetime1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CDC96A-E5ED-BC67-54B0-2D642F00F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406EB8-0F99-7BAB-76E4-097BF09D7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25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030BD-A4E2-CC29-46AF-307BFDBF3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D3469F-77ED-1DE9-24CC-0CE61BD62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0E8F1-9C43-4B4D-8860-E04B1EE3D031}" type="datetime1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0929C1-DAE1-93D3-39C1-31D80DB0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BB2657-4485-A6E6-E3C7-146348B23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17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E757E-8A75-D60A-4A06-E266EB58A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FDA9-FB48-48FE-9623-207F8EE4D748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96F53-8E61-D30E-95BA-80AA0192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EE324-DAD8-823E-5643-798F4052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34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E757E-8A75-D60A-4A06-E266EB58A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FDA9-FB48-48FE-9623-207F8EE4D748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96F53-8E61-D30E-95BA-80AA0192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EE324-DAD8-823E-5643-798F4052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1C7D712-0E01-6497-6C5C-1F2C354397E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15718" y="2535145"/>
            <a:ext cx="2862227" cy="360561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2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4F874E3-DB72-B9B9-2EE3-0F797763C3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604454" y="-2170471"/>
            <a:ext cx="8700454" cy="10170022"/>
          </a:xfrm>
          <a:custGeom>
            <a:avLst/>
            <a:gdLst>
              <a:gd name="connsiteX0" fmla="*/ 1945284 w 9254652"/>
              <a:gd name="connsiteY0" fmla="*/ 151 h 10817828"/>
              <a:gd name="connsiteX1" fmla="*/ 2027522 w 9254652"/>
              <a:gd name="connsiteY1" fmla="*/ 6253 h 10817828"/>
              <a:gd name="connsiteX2" fmla="*/ 8918161 w 9254652"/>
              <a:gd name="connsiteY2" fmla="*/ 1221259 h 10817828"/>
              <a:gd name="connsiteX3" fmla="*/ 9248399 w 9254652"/>
              <a:gd name="connsiteY3" fmla="*/ 1692887 h 10817828"/>
              <a:gd name="connsiteX4" fmla="*/ 7698758 w 9254652"/>
              <a:gd name="connsiteY4" fmla="*/ 10481337 h 10817828"/>
              <a:gd name="connsiteX5" fmla="*/ 7227130 w 9254652"/>
              <a:gd name="connsiteY5" fmla="*/ 10811575 h 10817828"/>
              <a:gd name="connsiteX6" fmla="*/ 336491 w 9254652"/>
              <a:gd name="connsiteY6" fmla="*/ 9596569 h 10817828"/>
              <a:gd name="connsiteX7" fmla="*/ 6253 w 9254652"/>
              <a:gd name="connsiteY7" fmla="*/ 9124941 h 10817828"/>
              <a:gd name="connsiteX8" fmla="*/ 1555894 w 9254652"/>
              <a:gd name="connsiteY8" fmla="*/ 336491 h 10817828"/>
              <a:gd name="connsiteX9" fmla="*/ 1945284 w 9254652"/>
              <a:gd name="connsiteY9" fmla="*/ 151 h 10817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254652" h="10817828">
                <a:moveTo>
                  <a:pt x="1945284" y="151"/>
                </a:moveTo>
                <a:cubicBezTo>
                  <a:pt x="1972326" y="-587"/>
                  <a:pt x="1999844" y="1373"/>
                  <a:pt x="2027522" y="6253"/>
                </a:cubicBezTo>
                <a:lnTo>
                  <a:pt x="8918161" y="1221259"/>
                </a:lnTo>
                <a:cubicBezTo>
                  <a:pt x="9139590" y="1260303"/>
                  <a:pt x="9287443" y="1471458"/>
                  <a:pt x="9248399" y="1692887"/>
                </a:cubicBezTo>
                <a:lnTo>
                  <a:pt x="7698758" y="10481337"/>
                </a:lnTo>
                <a:cubicBezTo>
                  <a:pt x="7659714" y="10702766"/>
                  <a:pt x="7448559" y="10850619"/>
                  <a:pt x="7227130" y="10811575"/>
                </a:cubicBezTo>
                <a:lnTo>
                  <a:pt x="336491" y="9596569"/>
                </a:lnTo>
                <a:cubicBezTo>
                  <a:pt x="115062" y="9557526"/>
                  <a:pt x="-32790" y="9346370"/>
                  <a:pt x="6253" y="9124941"/>
                </a:cubicBezTo>
                <a:lnTo>
                  <a:pt x="1555894" y="336491"/>
                </a:lnTo>
                <a:cubicBezTo>
                  <a:pt x="1590058" y="142741"/>
                  <a:pt x="1755994" y="5322"/>
                  <a:pt x="1945284" y="151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rtl="0">
              <a:defRPr/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E757E-8A75-D60A-4A06-E266EB58A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FDA9-FB48-48FE-9623-207F8EE4D748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96F53-8E61-D30E-95BA-80AA0192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EE324-DAD8-823E-5643-798F4052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43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E757E-8A75-D60A-4A06-E266EB58A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A259-70E3-4BBD-87B6-6BEC8CCF324F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96F53-8E61-D30E-95BA-80AA0192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EE324-DAD8-823E-5643-798F4052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3761B09-3E07-E187-0351-1B2BAD9627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51449" y="1986223"/>
            <a:ext cx="2694719" cy="436895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76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15D8ED6-F212-9FCB-0CB6-DD50409577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05864" y="2808244"/>
            <a:ext cx="1547858" cy="1547858"/>
          </a:xfrm>
          <a:custGeom>
            <a:avLst/>
            <a:gdLst>
              <a:gd name="connsiteX0" fmla="*/ 773929 w 1547858"/>
              <a:gd name="connsiteY0" fmla="*/ 0 h 1547858"/>
              <a:gd name="connsiteX1" fmla="*/ 1547858 w 1547858"/>
              <a:gd name="connsiteY1" fmla="*/ 773929 h 1547858"/>
              <a:gd name="connsiteX2" fmla="*/ 773929 w 1547858"/>
              <a:gd name="connsiteY2" fmla="*/ 1547858 h 1547858"/>
              <a:gd name="connsiteX3" fmla="*/ 0 w 1547858"/>
              <a:gd name="connsiteY3" fmla="*/ 773929 h 1547858"/>
              <a:gd name="connsiteX4" fmla="*/ 773929 w 1547858"/>
              <a:gd name="connsiteY4" fmla="*/ 0 h 1547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7858" h="1547858">
                <a:moveTo>
                  <a:pt x="773929" y="0"/>
                </a:moveTo>
                <a:cubicBezTo>
                  <a:pt x="1201358" y="0"/>
                  <a:pt x="1547858" y="346500"/>
                  <a:pt x="1547858" y="773929"/>
                </a:cubicBezTo>
                <a:cubicBezTo>
                  <a:pt x="1547858" y="1201358"/>
                  <a:pt x="1201358" y="1547858"/>
                  <a:pt x="773929" y="1547858"/>
                </a:cubicBezTo>
                <a:cubicBezTo>
                  <a:pt x="346500" y="1547858"/>
                  <a:pt x="0" y="1201358"/>
                  <a:pt x="0" y="773929"/>
                </a:cubicBezTo>
                <a:cubicBezTo>
                  <a:pt x="0" y="346500"/>
                  <a:pt x="346500" y="0"/>
                  <a:pt x="7739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7448641-6B92-64C8-4906-F8E86431599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6742" y="2808244"/>
            <a:ext cx="1547858" cy="1547858"/>
          </a:xfrm>
          <a:custGeom>
            <a:avLst/>
            <a:gdLst>
              <a:gd name="connsiteX0" fmla="*/ 773929 w 1547858"/>
              <a:gd name="connsiteY0" fmla="*/ 0 h 1547858"/>
              <a:gd name="connsiteX1" fmla="*/ 1547858 w 1547858"/>
              <a:gd name="connsiteY1" fmla="*/ 773929 h 1547858"/>
              <a:gd name="connsiteX2" fmla="*/ 773929 w 1547858"/>
              <a:gd name="connsiteY2" fmla="*/ 1547858 h 1547858"/>
              <a:gd name="connsiteX3" fmla="*/ 0 w 1547858"/>
              <a:gd name="connsiteY3" fmla="*/ 773929 h 1547858"/>
              <a:gd name="connsiteX4" fmla="*/ 773929 w 1547858"/>
              <a:gd name="connsiteY4" fmla="*/ 0 h 1547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7858" h="1547858">
                <a:moveTo>
                  <a:pt x="773929" y="0"/>
                </a:moveTo>
                <a:cubicBezTo>
                  <a:pt x="1201358" y="0"/>
                  <a:pt x="1547858" y="346500"/>
                  <a:pt x="1547858" y="773929"/>
                </a:cubicBezTo>
                <a:cubicBezTo>
                  <a:pt x="1547858" y="1201358"/>
                  <a:pt x="1201358" y="1547858"/>
                  <a:pt x="773929" y="1547858"/>
                </a:cubicBezTo>
                <a:cubicBezTo>
                  <a:pt x="346500" y="1547858"/>
                  <a:pt x="0" y="1201358"/>
                  <a:pt x="0" y="773929"/>
                </a:cubicBezTo>
                <a:cubicBezTo>
                  <a:pt x="0" y="346500"/>
                  <a:pt x="346500" y="0"/>
                  <a:pt x="7739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C86F216-0F4B-76B5-B2C6-B27EFC1F72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47620" y="2808244"/>
            <a:ext cx="1547858" cy="1547858"/>
          </a:xfrm>
          <a:custGeom>
            <a:avLst/>
            <a:gdLst>
              <a:gd name="connsiteX0" fmla="*/ 773929 w 1547858"/>
              <a:gd name="connsiteY0" fmla="*/ 0 h 1547858"/>
              <a:gd name="connsiteX1" fmla="*/ 1547858 w 1547858"/>
              <a:gd name="connsiteY1" fmla="*/ 773929 h 1547858"/>
              <a:gd name="connsiteX2" fmla="*/ 773929 w 1547858"/>
              <a:gd name="connsiteY2" fmla="*/ 1547858 h 1547858"/>
              <a:gd name="connsiteX3" fmla="*/ 0 w 1547858"/>
              <a:gd name="connsiteY3" fmla="*/ 773929 h 1547858"/>
              <a:gd name="connsiteX4" fmla="*/ 773929 w 1547858"/>
              <a:gd name="connsiteY4" fmla="*/ 0 h 1547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7858" h="1547858">
                <a:moveTo>
                  <a:pt x="773929" y="0"/>
                </a:moveTo>
                <a:cubicBezTo>
                  <a:pt x="1201358" y="0"/>
                  <a:pt x="1547858" y="346500"/>
                  <a:pt x="1547858" y="773929"/>
                </a:cubicBezTo>
                <a:cubicBezTo>
                  <a:pt x="1547858" y="1201358"/>
                  <a:pt x="1201358" y="1547858"/>
                  <a:pt x="773929" y="1547858"/>
                </a:cubicBezTo>
                <a:cubicBezTo>
                  <a:pt x="346500" y="1547858"/>
                  <a:pt x="0" y="1201358"/>
                  <a:pt x="0" y="773929"/>
                </a:cubicBezTo>
                <a:cubicBezTo>
                  <a:pt x="0" y="346500"/>
                  <a:pt x="346500" y="0"/>
                  <a:pt x="7739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E757E-8A75-D60A-4A06-E266EB58A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22F7E-48C4-4F98-8493-45A9C92EF11A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96F53-8E61-D30E-95BA-80AA0192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EE324-DAD8-823E-5643-798F4052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538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E8038-4760-11F7-3259-6A5EF22E4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66AF3-4A05-CFAF-43DB-ED397738A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5D24D-E7B9-2454-A5AB-7466A709C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0407E-43B0-3E6E-058F-84B301AE2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E9A2-9895-4368-B2B2-0C8B148D9AA5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41A30-3516-F756-1CDC-CBFA4C709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1291C-FA8F-205B-CCAD-4CC5F2B6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12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DD57-540B-C02E-E506-5397A0AC4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4DFB9D-3665-033A-B07D-1442D91DD6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F0FDE-D6B8-93B0-97E8-CF26C80D0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48B55-F658-9057-44A1-D044B4981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7E8F-A247-4317-A8E0-23AD0108018B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6505-B3D1-4214-1527-1F9FE79AB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D8926-1839-B942-455B-E6D913CCC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18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F9072-AF73-9945-3B72-311FB080E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25FDB4-8874-D005-B99B-29D076237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82D0-C518-60C1-56D0-C41B5295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DC9D3-3DF0-4846-ABC5-F82E9BE8AE61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61D2E-F97E-C34C-377E-1495B8CF5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7215E-B667-5316-8CE0-6506EB036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39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FB2D6D-EDE5-D684-A26B-44DC6045F9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903B8-23BB-8B90-EC17-7194F17E0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DEC27-3E7D-0A0C-0E36-B51492CFE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2D0C-03A5-4407-8AA9-D4C98AD83D91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2204F-6771-12EF-205E-593D6832A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4F0E6-C1CB-E48B-9EDB-BBE3BBE8A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53E9-30CA-4F2C-AF3D-8A4159B1D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43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hall.ir">
    <p:bg>
      <p:bgPr>
        <a:gradFill>
          <a:gsLst>
            <a:gs pos="0">
              <a:srgbClr val="1812FF"/>
            </a:gs>
            <a:gs pos="100000">
              <a:srgbClr val="3028B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9F79CB-5077-E77B-2A90-CDE008448EA9}"/>
              </a:ext>
            </a:extLst>
          </p:cNvPr>
          <p:cNvSpPr/>
          <p:nvPr userDrawn="1"/>
        </p:nvSpPr>
        <p:spPr>
          <a:xfrm>
            <a:off x="735240" y="4320273"/>
            <a:ext cx="265421" cy="17664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A9CE22B-8175-56D0-E54F-F551C3AD561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4793" b="20807"/>
          <a:stretch/>
        </p:blipFill>
        <p:spPr>
          <a:xfrm flipH="1">
            <a:off x="6151796" y="1255342"/>
            <a:ext cx="6040203" cy="560265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6C01E67-CAA2-3569-0D3D-40D773720C36}"/>
              </a:ext>
            </a:extLst>
          </p:cNvPr>
          <p:cNvSpPr/>
          <p:nvPr userDrawn="1"/>
        </p:nvSpPr>
        <p:spPr>
          <a:xfrm>
            <a:off x="1070546" y="3251585"/>
            <a:ext cx="4793478" cy="971362"/>
          </a:xfrm>
          <a:prstGeom prst="roundRect">
            <a:avLst>
              <a:gd name="adj" fmla="val 14549"/>
            </a:avLst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161B51F-AF00-0478-45DE-AA3D6B50FAAF}"/>
              </a:ext>
            </a:extLst>
          </p:cNvPr>
          <p:cNvSpPr/>
          <p:nvPr userDrawn="1"/>
        </p:nvSpPr>
        <p:spPr>
          <a:xfrm rot="1421314">
            <a:off x="7812409" y="-735093"/>
            <a:ext cx="5097050" cy="2432705"/>
          </a:xfrm>
          <a:custGeom>
            <a:avLst/>
            <a:gdLst>
              <a:gd name="connsiteX0" fmla="*/ 4029746 w 5097050"/>
              <a:gd name="connsiteY0" fmla="*/ 0 h 2432705"/>
              <a:gd name="connsiteX1" fmla="*/ 5097050 w 5097050"/>
              <a:gd name="connsiteY1" fmla="*/ 2432705 h 2432705"/>
              <a:gd name="connsiteX2" fmla="*/ 4907676 w 5097050"/>
              <a:gd name="connsiteY2" fmla="*/ 2369152 h 2432705"/>
              <a:gd name="connsiteX3" fmla="*/ 3717257 w 5097050"/>
              <a:gd name="connsiteY3" fmla="*/ 2102966 h 2432705"/>
              <a:gd name="connsiteX4" fmla="*/ 2439582 w 5097050"/>
              <a:gd name="connsiteY4" fmla="*/ 2293447 h 2432705"/>
              <a:gd name="connsiteX5" fmla="*/ 797979 w 5097050"/>
              <a:gd name="connsiteY5" fmla="*/ 2054373 h 2432705"/>
              <a:gd name="connsiteX6" fmla="*/ 99295 w 5097050"/>
              <a:gd name="connsiteY6" fmla="*/ 1797067 h 2432705"/>
              <a:gd name="connsiteX7" fmla="*/ 0 w 5097050"/>
              <a:gd name="connsiteY7" fmla="*/ 1767976 h 2432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97050" h="2432705">
                <a:moveTo>
                  <a:pt x="4029746" y="0"/>
                </a:moveTo>
                <a:lnTo>
                  <a:pt x="5097050" y="2432705"/>
                </a:lnTo>
                <a:lnTo>
                  <a:pt x="4907676" y="2369152"/>
                </a:lnTo>
                <a:cubicBezTo>
                  <a:pt x="4562669" y="2255166"/>
                  <a:pt x="4163041" y="2137123"/>
                  <a:pt x="3717257" y="2102966"/>
                </a:cubicBezTo>
                <a:cubicBezTo>
                  <a:pt x="3329298" y="2073200"/>
                  <a:pt x="2907451" y="2214793"/>
                  <a:pt x="2439582" y="2293447"/>
                </a:cubicBezTo>
                <a:cubicBezTo>
                  <a:pt x="1961734" y="2373420"/>
                  <a:pt x="1389689" y="2280478"/>
                  <a:pt x="797979" y="2054373"/>
                </a:cubicBezTo>
                <a:cubicBezTo>
                  <a:pt x="564635" y="1965438"/>
                  <a:pt x="329938" y="1871552"/>
                  <a:pt x="99295" y="1797067"/>
                </a:cubicBezTo>
                <a:lnTo>
                  <a:pt x="0" y="1767976"/>
                </a:lnTo>
                <a:close/>
              </a:path>
            </a:pathLst>
          </a:custGeom>
          <a:solidFill>
            <a:schemeClr val="bg1"/>
          </a:solidFill>
          <a:ln w="276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IRAN San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F93C83-BD83-BC1B-0905-E200E225241E}"/>
              </a:ext>
            </a:extLst>
          </p:cNvPr>
          <p:cNvSpPr/>
          <p:nvPr userDrawn="1"/>
        </p:nvSpPr>
        <p:spPr>
          <a:xfrm>
            <a:off x="1070546" y="2200436"/>
            <a:ext cx="4793478" cy="971362"/>
          </a:xfrm>
          <a:prstGeom prst="roundRect">
            <a:avLst>
              <a:gd name="adj" fmla="val 11561"/>
            </a:avLst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70CEE4-6A86-A289-CF18-7C2DDACEC10B}"/>
              </a:ext>
            </a:extLst>
          </p:cNvPr>
          <p:cNvSpPr txBox="1"/>
          <p:nvPr userDrawn="1"/>
        </p:nvSpPr>
        <p:spPr>
          <a:xfrm>
            <a:off x="861141" y="1141205"/>
            <a:ext cx="498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20000"/>
              </a:lnSpc>
              <a:defRPr/>
            </a:pPr>
            <a:r>
              <a:rPr lang="fa-IR" sz="1500" dirty="0">
                <a:solidFill>
                  <a:schemeClr val="bg1"/>
                </a:solidFill>
                <a:latin typeface="Calibri" panose="020F0502020204030204"/>
                <a:cs typeface="B Homa" panose="00000400000000000000" pitchFamily="2" charset="-78"/>
              </a:rPr>
              <a:t>از اینکه ما را انتخاب کردید از شما متشکریم.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5FFD8C-6AE7-2C8C-910A-C109E73E00AE}"/>
              </a:ext>
            </a:extLst>
          </p:cNvPr>
          <p:cNvSpPr txBox="1"/>
          <p:nvPr userDrawn="1"/>
        </p:nvSpPr>
        <p:spPr>
          <a:xfrm>
            <a:off x="1234441" y="2312156"/>
            <a:ext cx="4270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20000"/>
              </a:lnSpc>
              <a:defRPr/>
            </a:pPr>
            <a:r>
              <a:rPr lang="fa-IR" sz="1500" dirty="0">
                <a:solidFill>
                  <a:schemeClr val="bg1"/>
                </a:solidFill>
                <a:latin typeface="Calibri" panose="020F0502020204030204"/>
                <a:cs typeface="B Homa" panose="00000400000000000000" pitchFamily="2" charset="-78"/>
              </a:rPr>
              <a:t>قالب پاورپوینتی که در اختیار شما قرار دارد یک قالب پاورپوینت اورجینال طراحی شده توسط تیم وبسایت اسلایدهال است،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2DCD483-B1F8-DD6F-C9BC-1B8714AC5342}"/>
              </a:ext>
            </a:extLst>
          </p:cNvPr>
          <p:cNvSpPr/>
          <p:nvPr userDrawn="1"/>
        </p:nvSpPr>
        <p:spPr>
          <a:xfrm>
            <a:off x="1066801" y="4320274"/>
            <a:ext cx="4797368" cy="1766473"/>
          </a:xfrm>
          <a:prstGeom prst="roundRect">
            <a:avLst>
              <a:gd name="adj" fmla="val 7147"/>
            </a:avLst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B Homa" panose="00000400000000000000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E06BA1-1686-B15D-2C58-B1D6F63291A2}"/>
              </a:ext>
            </a:extLst>
          </p:cNvPr>
          <p:cNvSpPr txBox="1"/>
          <p:nvPr userDrawn="1"/>
        </p:nvSpPr>
        <p:spPr>
          <a:xfrm>
            <a:off x="1234441" y="4483353"/>
            <a:ext cx="42707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20000"/>
              </a:lnSpc>
              <a:defRPr/>
            </a:pPr>
            <a:r>
              <a:rPr lang="fa-IR" sz="1500" dirty="0">
                <a:solidFill>
                  <a:schemeClr val="bg1"/>
                </a:solidFill>
                <a:latin typeface="Calibri" panose="020F0502020204030204"/>
                <a:cs typeface="B Homa" panose="00000400000000000000" pitchFamily="2" charset="-78"/>
              </a:rPr>
              <a:t>هدف اصلی وبسایت ما تولید قالب های آماده پاورپوینت فارسی با کیفیت بالا و انتشار آنها به صورت رایگان است تا روند ارائه با پاورپوینت را برای همه ساده تر کنیم، تحقق این هدف بدون یاری شما ممکن نیست؛ </a:t>
            </a:r>
            <a:r>
              <a:rPr lang="fa-IR" sz="1500" b="1" dirty="0">
                <a:solidFill>
                  <a:srgbClr val="FFC000"/>
                </a:solidFill>
                <a:latin typeface="Calibri" panose="020F0502020204030204"/>
                <a:cs typeface="B Homa" panose="00000400000000000000" pitchFamily="2" charset="-78"/>
              </a:rPr>
              <a:t>امید داریم در این راه ما را حمایت کنید تا بتوانیم به مسیر خود ادامه دهیم.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41DDF4C-4384-151A-1401-C23C3A7153A6}"/>
              </a:ext>
            </a:extLst>
          </p:cNvPr>
          <p:cNvSpPr/>
          <p:nvPr userDrawn="1"/>
        </p:nvSpPr>
        <p:spPr>
          <a:xfrm>
            <a:off x="3857567" y="735098"/>
            <a:ext cx="1986189" cy="350550"/>
          </a:xfrm>
          <a:prstGeom prst="roundRect">
            <a:avLst>
              <a:gd name="adj" fmla="val 2292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F370D2-8BC0-101A-1239-0CA179DA1FFC}"/>
              </a:ext>
            </a:extLst>
          </p:cNvPr>
          <p:cNvSpPr txBox="1"/>
          <p:nvPr userDrawn="1"/>
        </p:nvSpPr>
        <p:spPr>
          <a:xfrm>
            <a:off x="3857566" y="679541"/>
            <a:ext cx="1986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400" b="0" i="0" u="none" strike="noStrike" kern="1200" cap="none" spc="0" normalizeH="0" baseline="0" noProof="0" dirty="0">
                <a:ln>
                  <a:noFill/>
                </a:ln>
                <a:solidFill>
                  <a:srgbClr val="3028B3"/>
                </a:solidFill>
                <a:effectLst/>
                <a:uLnTx/>
                <a:uFillTx/>
                <a:latin typeface="Calibri" panose="020F0502020204030204"/>
                <a:ea typeface="+mn-ea"/>
                <a:cs typeface="B Homa" panose="00000400000000000000" pitchFamily="2" charset="-78"/>
              </a:rPr>
              <a:t>دوست عزیز سلام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8141D6E-707A-5EA3-48FA-D035804516F5}"/>
              </a:ext>
            </a:extLst>
          </p:cNvPr>
          <p:cNvSpPr/>
          <p:nvPr userDrawn="1"/>
        </p:nvSpPr>
        <p:spPr>
          <a:xfrm>
            <a:off x="5530452" y="2425886"/>
            <a:ext cx="213362" cy="2133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sz="200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EFD7372-FE39-BCE1-2D17-B72CF13447A0}"/>
              </a:ext>
            </a:extLst>
          </p:cNvPr>
          <p:cNvSpPr/>
          <p:nvPr userDrawn="1"/>
        </p:nvSpPr>
        <p:spPr>
          <a:xfrm>
            <a:off x="5530452" y="4574441"/>
            <a:ext cx="213362" cy="2133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sz="200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DEDA43-45EB-59ED-1EFC-901F01957FD8}"/>
              </a:ext>
            </a:extLst>
          </p:cNvPr>
          <p:cNvSpPr txBox="1"/>
          <p:nvPr userDrawn="1"/>
        </p:nvSpPr>
        <p:spPr>
          <a:xfrm>
            <a:off x="1234441" y="3265727"/>
            <a:ext cx="4270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20000"/>
              </a:lnSpc>
              <a:defRPr/>
            </a:pPr>
            <a:r>
              <a:rPr lang="fa-IR" sz="1500" dirty="0">
                <a:solidFill>
                  <a:schemeClr val="bg1"/>
                </a:solidFill>
                <a:latin typeface="Calibri" panose="020F0502020204030204"/>
                <a:cs typeface="B Homa" panose="00000400000000000000" pitchFamily="2" charset="-78"/>
              </a:rPr>
              <a:t>تیم ما در تلاش است با تولید قالب های آماده پارپوینت فارسی به هم وطنان عزیزمان کمک کنیم تا ارائه ای  حرفه ای و جذاب تر را برای مخاطبین خود رقم بزنند.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0EA98D4-B097-B929-78F2-5405FB715E93}"/>
              </a:ext>
            </a:extLst>
          </p:cNvPr>
          <p:cNvSpPr/>
          <p:nvPr userDrawn="1"/>
        </p:nvSpPr>
        <p:spPr>
          <a:xfrm>
            <a:off x="5530452" y="3376491"/>
            <a:ext cx="213362" cy="2133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sz="200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542D2EB2-FA59-A304-24EC-D335F883A4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2552" y="684966"/>
            <a:ext cx="895350" cy="82867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88C2189-000A-EF9C-AF4E-7C08E859F8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19344" y="288823"/>
            <a:ext cx="2181225" cy="92392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95AD4AA-4F64-0470-8843-1206F16703DC}"/>
              </a:ext>
            </a:extLst>
          </p:cNvPr>
          <p:cNvSpPr txBox="1"/>
          <p:nvPr userDrawn="1"/>
        </p:nvSpPr>
        <p:spPr>
          <a:xfrm rot="16200000">
            <a:off x="-31810" y="5058792"/>
            <a:ext cx="1766475" cy="289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/>
              <a:t>www.slidehall.ir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D560E20-8E5C-231D-DD1B-BFBD7022B960}"/>
              </a:ext>
            </a:extLst>
          </p:cNvPr>
          <p:cNvSpPr/>
          <p:nvPr userDrawn="1"/>
        </p:nvSpPr>
        <p:spPr>
          <a:xfrm>
            <a:off x="632308" y="2110740"/>
            <a:ext cx="5326533" cy="4084320"/>
          </a:xfrm>
          <a:prstGeom prst="roundRect">
            <a:avLst>
              <a:gd name="adj" fmla="val 3088"/>
            </a:avLst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  <a:cs typeface="B Homa" panose="00000400000000000000" pitchFamily="2" charset="-78"/>
            </a:endParaRP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613E7ED6-7A54-A86D-51C6-2E1787AB40CC}"/>
              </a:ext>
            </a:extLst>
          </p:cNvPr>
          <p:cNvSpPr txBox="1">
            <a:spLocks/>
          </p:cNvSpPr>
          <p:nvPr userDrawn="1"/>
        </p:nvSpPr>
        <p:spPr>
          <a:xfrm>
            <a:off x="8001952" y="3959422"/>
            <a:ext cx="3034982" cy="144655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Low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fa-IR" sz="1800" b="1" dirty="0">
                <a:solidFill>
                  <a:srgbClr val="FF4410"/>
                </a:solidFill>
                <a:latin typeface="Calibri" panose="020F0502020204030204"/>
                <a:cs typeface="B Homa" panose="00000400000000000000" pitchFamily="2" charset="-78"/>
              </a:rPr>
              <a:t>توجه: </a:t>
            </a:r>
            <a:r>
              <a:rPr lang="fa-I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  <a:cs typeface="B Homa" panose="00000400000000000000" pitchFamily="2" charset="-78"/>
              </a:rPr>
              <a:t>قالب های پاورپوینت منتشر شده در وبسایت اسلایدهال در تمامی دسته های رایگان و غیر رایگان برای استفاده شخصی کاربران است. </a:t>
            </a:r>
          </a:p>
          <a:p>
            <a:pPr marL="0" marR="0" lvl="0" indent="0" algn="justLow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fa-I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  <a:cs typeface="B Homa" panose="00000400000000000000" pitchFamily="2" charset="-78"/>
              </a:rPr>
              <a:t>هرگونه استفاده تجاری و بازنشر آنها در وبسایت های دیگر غیر مجاز و غیر قانونی است.</a:t>
            </a:r>
          </a:p>
        </p:txBody>
      </p:sp>
    </p:spTree>
    <p:extLst>
      <p:ext uri="{BB962C8B-B14F-4D97-AF65-F5344CB8AC3E}">
        <p14:creationId xmlns:p14="http://schemas.microsoft.com/office/powerpoint/2010/main" val="2809702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7E1DA0-3982-03D6-A1BC-B620A4DE6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9E18C-141F-3E7D-C511-12EA2C3A2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76DD9-B925-5482-9DCF-811DF0FC7F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52F97-AE3E-4E16-8009-5EB2E08D470E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43E20-14CC-142F-F479-D48896E9B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84402-E465-C5DF-CB82-1B0BD7FC3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6084" y="1635033"/>
            <a:ext cx="490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B0C53E9-30CA-4F2C-AF3D-8A4159B1D1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29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3" r:id="rId8"/>
    <p:sldLayoutId id="2147483662" r:id="rId9"/>
    <p:sldLayoutId id="2147483661" r:id="rId10"/>
    <p:sldLayoutId id="2147483660" r:id="rId11"/>
    <p:sldLayoutId id="2147483656" r:id="rId12"/>
    <p:sldLayoutId id="2147483657" r:id="rId13"/>
    <p:sldLayoutId id="2147483658" r:id="rId14"/>
    <p:sldLayoutId id="2147483659" r:id="rId15"/>
    <p:sldLayoutId id="2147483664" r:id="rId16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12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9.xml"/><Relationship Id="rId6" Type="http://schemas.openxmlformats.org/officeDocument/2006/relationships/slide" Target="slide13.xml"/><Relationship Id="rId11" Type="http://schemas.openxmlformats.org/officeDocument/2006/relationships/image" Target="../media/image10.svg"/><Relationship Id="rId5" Type="http://schemas.openxmlformats.org/officeDocument/2006/relationships/image" Target="../media/image7.svg"/><Relationship Id="rId10" Type="http://schemas.openxmlformats.org/officeDocument/2006/relationships/slide" Target="slide8.xml"/><Relationship Id="rId4" Type="http://schemas.openxmlformats.org/officeDocument/2006/relationships/slide" Target="slide18.xml"/><Relationship Id="rId9" Type="http://schemas.openxmlformats.org/officeDocument/2006/relationships/image" Target="../media/image9.svg"/><Relationship Id="rId1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1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6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5" Type="http://schemas.openxmlformats.org/officeDocument/2006/relationships/image" Target="../media/image17.png"/><Relationship Id="rId10" Type="http://schemas.openxmlformats.org/officeDocument/2006/relationships/slide" Target="slide4.xml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16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slide" Target="slide7.xml"/><Relationship Id="rId18" Type="http://schemas.openxmlformats.org/officeDocument/2006/relationships/image" Target="../media/image22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4.svg"/><Relationship Id="rId17" Type="http://schemas.openxmlformats.org/officeDocument/2006/relationships/image" Target="../media/image21.svg"/><Relationship Id="rId2" Type="http://schemas.openxmlformats.org/officeDocument/2006/relationships/image" Target="../media/image18.png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slide" Target="slide5.xml"/><Relationship Id="rId5" Type="http://schemas.openxmlformats.org/officeDocument/2006/relationships/image" Target="../media/image8.svg"/><Relationship Id="rId15" Type="http://schemas.openxmlformats.org/officeDocument/2006/relationships/image" Target="../media/image19.svg"/><Relationship Id="rId10" Type="http://schemas.openxmlformats.org/officeDocument/2006/relationships/image" Target="../media/image13.svg"/><Relationship Id="rId19" Type="http://schemas.openxmlformats.org/officeDocument/2006/relationships/image" Target="../media/image23.jpg"/><Relationship Id="rId4" Type="http://schemas.openxmlformats.org/officeDocument/2006/relationships/image" Target="../media/image7.svg"/><Relationship Id="rId9" Type="http://schemas.openxmlformats.org/officeDocument/2006/relationships/slide" Target="slide3.xml"/><Relationship Id="rId1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8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5" Type="http://schemas.openxmlformats.org/officeDocument/2006/relationships/image" Target="../media/image17.png"/><Relationship Id="rId10" Type="http://schemas.openxmlformats.org/officeDocument/2006/relationships/slide" Target="slide6.xml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24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9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0" Type="http://schemas.openxmlformats.org/officeDocument/2006/relationships/slide" Target="slide7.xml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0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5" Type="http://schemas.openxmlformats.org/officeDocument/2006/relationships/image" Target="../media/image17.png"/><Relationship Id="rId10" Type="http://schemas.openxmlformats.org/officeDocument/2006/relationships/slide" Target="slide8.xml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25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1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0" Type="http://schemas.openxmlformats.org/officeDocument/2006/relationships/slide" Target="slide9.xml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2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0" Type="http://schemas.openxmlformats.org/officeDocument/2006/relationships/slide" Target="slide10.xml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3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0" Type="http://schemas.openxmlformats.org/officeDocument/2006/relationships/slide" Target="slide11.xml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4.xml"/><Relationship Id="rId2" Type="http://schemas.openxmlformats.org/officeDocument/2006/relationships/image" Target="../media/image6.svg"/><Relationship Id="rId16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5" Type="http://schemas.openxmlformats.org/officeDocument/2006/relationships/image" Target="../media/image27.svg"/><Relationship Id="rId10" Type="http://schemas.openxmlformats.org/officeDocument/2006/relationships/slide" Target="slide12.xml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26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5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5" Type="http://schemas.openxmlformats.org/officeDocument/2006/relationships/image" Target="../media/image17.png"/><Relationship Id="rId10" Type="http://schemas.openxmlformats.org/officeDocument/2006/relationships/slide" Target="slide13.xml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28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6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0" Type="http://schemas.openxmlformats.org/officeDocument/2006/relationships/slide" Target="slide14.xml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7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0" Type="http://schemas.openxmlformats.org/officeDocument/2006/relationships/slide" Target="slide15.xml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8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0" Type="http://schemas.openxmlformats.org/officeDocument/2006/relationships/slide" Target="slide16.xml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19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0" Type="http://schemas.openxmlformats.org/officeDocument/2006/relationships/slide" Target="slide17.xml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29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slide" Target="slide20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0" Type="http://schemas.openxmlformats.org/officeDocument/2006/relationships/slide" Target="slide18.xml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4.svg"/><Relationship Id="rId7" Type="http://schemas.openxmlformats.org/officeDocument/2006/relationships/image" Target="../media/image7.svg"/><Relationship Id="rId12" Type="http://schemas.openxmlformats.org/officeDocument/2006/relationships/image" Target="../media/image11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0.svg"/><Relationship Id="rId5" Type="http://schemas.openxmlformats.org/officeDocument/2006/relationships/slide" Target="slide4.xml"/><Relationship Id="rId10" Type="http://schemas.openxmlformats.org/officeDocument/2006/relationships/image" Target="../media/image9.svg"/><Relationship Id="rId4" Type="http://schemas.openxmlformats.org/officeDocument/2006/relationships/image" Target="../media/image15.svg"/><Relationship Id="rId9" Type="http://schemas.openxmlformats.org/officeDocument/2006/relationships/slide" Target="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7DDC66-09B4-774F-B672-8BC1FA6715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7" name="Graphic 206">
            <a:extLst>
              <a:ext uri="{FF2B5EF4-FFF2-40B4-BE49-F238E27FC236}">
                <a16:creationId xmlns:a16="http://schemas.microsoft.com/office/drawing/2014/main" id="{FB51677C-1996-859A-8BA1-4DA8710FB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90286" y="-98071"/>
            <a:ext cx="12765174" cy="7184770"/>
          </a:xfrm>
          <a:prstGeom prst="rect">
            <a:avLst/>
          </a:prstGeom>
        </p:spPr>
      </p:pic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0F95EACA-52F9-62E2-1F57-026C21E9E40F}"/>
              </a:ext>
            </a:extLst>
          </p:cNvPr>
          <p:cNvSpPr/>
          <p:nvPr/>
        </p:nvSpPr>
        <p:spPr>
          <a:xfrm rot="600000" flipH="1">
            <a:off x="-1100961" y="-1773921"/>
            <a:ext cx="15066530" cy="10609340"/>
          </a:xfrm>
          <a:prstGeom prst="roundRect">
            <a:avLst>
              <a:gd name="adj" fmla="val 5212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78839F-3E69-FA88-7D8E-023A4398535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561" y="2571996"/>
            <a:ext cx="7216878" cy="171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9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7DDC66-09B4-774F-B672-8BC1FA6715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7" name="Graphic 206">
            <a:extLst>
              <a:ext uri="{FF2B5EF4-FFF2-40B4-BE49-F238E27FC236}">
                <a16:creationId xmlns:a16="http://schemas.microsoft.com/office/drawing/2014/main" id="{FB51677C-1996-859A-8BA1-4DA8710FB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90286" y="-98071"/>
            <a:ext cx="12765174" cy="7184770"/>
          </a:xfrm>
          <a:prstGeom prst="rect">
            <a:avLst/>
          </a:prstGeom>
        </p:spPr>
      </p:pic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0F95EACA-52F9-62E2-1F57-026C21E9E40F}"/>
              </a:ext>
            </a:extLst>
          </p:cNvPr>
          <p:cNvSpPr/>
          <p:nvPr/>
        </p:nvSpPr>
        <p:spPr>
          <a:xfrm rot="600000" flipH="1">
            <a:off x="-1068911" y="-2140244"/>
            <a:ext cx="10847393" cy="10609340"/>
          </a:xfrm>
          <a:prstGeom prst="roundRect">
            <a:avLst>
              <a:gd name="adj" fmla="val 5212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5" name="Rectangle: Rounded Corners 224">
            <a:extLst>
              <a:ext uri="{FF2B5EF4-FFF2-40B4-BE49-F238E27FC236}">
                <a16:creationId xmlns:a16="http://schemas.microsoft.com/office/drawing/2014/main" id="{45E0A611-EA42-8830-2F22-E466D836C487}"/>
              </a:ext>
            </a:extLst>
          </p:cNvPr>
          <p:cNvSpPr/>
          <p:nvPr/>
        </p:nvSpPr>
        <p:spPr>
          <a:xfrm rot="600000" flipH="1">
            <a:off x="-1101391" y="941714"/>
            <a:ext cx="8915596" cy="6831399"/>
          </a:xfrm>
          <a:prstGeom prst="roundRect">
            <a:avLst>
              <a:gd name="adj" fmla="val 5212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60B553E8-3CC7-5CE4-D194-DBC5B1132AD3}"/>
              </a:ext>
            </a:extLst>
          </p:cNvPr>
          <p:cNvSpPr txBox="1"/>
          <p:nvPr/>
        </p:nvSpPr>
        <p:spPr>
          <a:xfrm>
            <a:off x="-290286" y="3494314"/>
            <a:ext cx="78552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6000" dirty="0">
                <a:solidFill>
                  <a:schemeClr val="bg1"/>
                </a:solidFill>
                <a:cs typeface="B Titr" panose="00000700000000000000" pitchFamily="2" charset="-78"/>
              </a:rPr>
              <a:t>بازبینی کد </a:t>
            </a:r>
            <a:r>
              <a:rPr lang="en-US" sz="6000" dirty="0">
                <a:solidFill>
                  <a:schemeClr val="bg1"/>
                </a:solidFill>
                <a:cs typeface="B Titr" panose="00000700000000000000" pitchFamily="2" charset="-78"/>
              </a:rPr>
              <a:t>(Code Review)</a:t>
            </a:r>
          </a:p>
        </p:txBody>
      </p: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7EC3EE9A-2A36-28DE-3D78-F4B95CDFDAFA}"/>
              </a:ext>
            </a:extLst>
          </p:cNvPr>
          <p:cNvCxnSpPr>
            <a:cxnSpLocks/>
          </p:cNvCxnSpPr>
          <p:nvPr/>
        </p:nvCxnSpPr>
        <p:spPr>
          <a:xfrm>
            <a:off x="0" y="5376265"/>
            <a:ext cx="6859346" cy="0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14">
            <a:extLst>
              <a:ext uri="{FF2B5EF4-FFF2-40B4-BE49-F238E27FC236}">
                <a16:creationId xmlns:a16="http://schemas.microsoft.com/office/drawing/2014/main" id="{C825AA0D-990A-659D-F28E-CAD452672F84}"/>
              </a:ext>
            </a:extLst>
          </p:cNvPr>
          <p:cNvSpPr/>
          <p:nvPr/>
        </p:nvSpPr>
        <p:spPr>
          <a:xfrm>
            <a:off x="841176" y="4782824"/>
            <a:ext cx="6018170" cy="282573"/>
          </a:xfrm>
          <a:prstGeom prst="rect">
            <a:avLst/>
          </a:prstGeom>
          <a:solidFill>
            <a:schemeClr val="bg1">
              <a:alpha val="10000"/>
            </a:schemeClr>
          </a:solidFill>
        </p:spPr>
        <p:txBody>
          <a:bodyPr wrap="square" tIns="36000" bIns="0" anchor="ctr" anchorCtr="0">
            <a:spAutoFit/>
          </a:bodyPr>
          <a:lstStyle/>
          <a:p>
            <a:pPr lvl="0" algn="r" rtl="1">
              <a:defRPr/>
            </a:pPr>
            <a:r>
              <a:rPr lang="fa-IR" altLang="ko-KR" sz="1600" dirty="0">
                <a:solidFill>
                  <a:prstClr val="white">
                    <a:lumMod val="85000"/>
                  </a:prstClr>
                </a:solidFill>
                <a:latin typeface="Lalezar" panose="00000500000000000000" pitchFamily="50" charset="-78"/>
                <a:ea typeface="나눔바른고딕 Light"/>
                <a:cs typeface="B Titr" panose="00000700000000000000" pitchFamily="2" charset="-78"/>
              </a:rPr>
              <a:t>فرهنگ، چک‌لیست و بررسی عملی </a:t>
            </a:r>
            <a:r>
              <a:rPr lang="en-US" altLang="ko-KR" sz="1600" dirty="0">
                <a:solidFill>
                  <a:prstClr val="white">
                    <a:lumMod val="85000"/>
                  </a:prstClr>
                </a:solidFill>
                <a:latin typeface="Lalezar" panose="00000500000000000000" pitchFamily="50" charset="-78"/>
                <a:ea typeface="나눔바른고딕 Light"/>
                <a:cs typeface="B Titr" panose="00000700000000000000" pitchFamily="2" charset="-78"/>
              </a:rPr>
              <a:t>Pull Request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Lalezar" panose="00000500000000000000" pitchFamily="50" charset="-78"/>
              <a:ea typeface="나눔바른고딕 Light"/>
              <a:cs typeface="B Titr" panose="00000700000000000000" pitchFamily="2" charset="-78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1FFEE1D-2480-286B-4B84-1C79858197F3}"/>
              </a:ext>
            </a:extLst>
          </p:cNvPr>
          <p:cNvSpPr txBox="1"/>
          <p:nvPr/>
        </p:nvSpPr>
        <p:spPr>
          <a:xfrm>
            <a:off x="4067894" y="5563508"/>
            <a:ext cx="2791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b="1" dirty="0">
                <a:solidFill>
                  <a:schemeClr val="bg1"/>
                </a:solidFill>
                <a:cs typeface="B Nazanin" panose="00000400000000000000" pitchFamily="2" charset="-78"/>
              </a:rPr>
              <a:t>طاهره جعفری</a:t>
            </a:r>
            <a:endParaRPr lang="en-US" b="1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5ED1655-3F82-5E6E-F66D-7AF617311254}"/>
              </a:ext>
            </a:extLst>
          </p:cNvPr>
          <p:cNvSpPr txBox="1"/>
          <p:nvPr/>
        </p:nvSpPr>
        <p:spPr>
          <a:xfrm>
            <a:off x="462069" y="5566477"/>
            <a:ext cx="2791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b="1" dirty="0">
                <a:solidFill>
                  <a:schemeClr val="bg1"/>
                </a:solidFill>
                <a:cs typeface="B Nazanin" panose="00000400000000000000" pitchFamily="2" charset="-78"/>
              </a:rPr>
              <a:t>شبنم خیری</a:t>
            </a:r>
            <a:endParaRPr lang="en-US" b="1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DB888722-1AE5-1C21-B988-C0C928550E1E}"/>
              </a:ext>
            </a:extLst>
          </p:cNvPr>
          <p:cNvSpPr txBox="1"/>
          <p:nvPr/>
        </p:nvSpPr>
        <p:spPr>
          <a:xfrm>
            <a:off x="301254" y="339486"/>
            <a:ext cx="7365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000" dirty="0">
                <a:solidFill>
                  <a:schemeClr val="bg1"/>
                </a:solidFill>
                <a:cs typeface="B Titr" panose="00000700000000000000" pitchFamily="2" charset="-78"/>
              </a:rPr>
              <a:t>به نام خدا</a:t>
            </a:r>
            <a:endParaRPr lang="en-US" sz="20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82641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/>
      <p:bldP spid="214" grpId="0" animBg="1"/>
      <p:bldP spid="215" grpId="0"/>
      <p:bldP spid="216" grpId="0"/>
      <p:bldP spid="2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roup 305">
            <a:extLst>
              <a:ext uri="{FF2B5EF4-FFF2-40B4-BE49-F238E27FC236}">
                <a16:creationId xmlns:a16="http://schemas.microsoft.com/office/drawing/2014/main" id="{BE3FC21F-191D-688E-CDCF-9AB530B348F9}"/>
              </a:ext>
            </a:extLst>
          </p:cNvPr>
          <p:cNvGrpSpPr/>
          <p:nvPr/>
        </p:nvGrpSpPr>
        <p:grpSpPr>
          <a:xfrm>
            <a:off x="5972175" y="1312388"/>
            <a:ext cx="2908493" cy="760494"/>
            <a:chOff x="6866244" y="1312388"/>
            <a:chExt cx="2014424" cy="760494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9F006C62-D072-8E4D-5295-4C02BE2FCB20}"/>
                </a:ext>
              </a:extLst>
            </p:cNvPr>
            <p:cNvGrpSpPr/>
            <p:nvPr/>
          </p:nvGrpSpPr>
          <p:grpSpPr>
            <a:xfrm>
              <a:off x="6933626" y="1362607"/>
              <a:ext cx="1930347" cy="647701"/>
              <a:chOff x="10261654" y="1992838"/>
              <a:chExt cx="1930347" cy="647701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7BE005E7-372B-A25F-7E52-A28086F5C78C}"/>
                  </a:ext>
                </a:extLst>
              </p:cNvPr>
              <p:cNvGrpSpPr/>
              <p:nvPr/>
            </p:nvGrpSpPr>
            <p:grpSpPr>
              <a:xfrm>
                <a:off x="10474329" y="1992838"/>
                <a:ext cx="1717672" cy="647701"/>
                <a:chOff x="10474329" y="1992838"/>
                <a:chExt cx="1717672" cy="647701"/>
              </a:xfrm>
            </p:grpSpPr>
            <p:sp>
              <p:nvSpPr>
                <p:cNvPr id="167" name="Rectangle: Top Corners Rounded 166">
                  <a:hlinkClick r:id="rId2" action="ppaction://hlinksldjump"/>
                  <a:extLst>
                    <a:ext uri="{FF2B5EF4-FFF2-40B4-BE49-F238E27FC236}">
                      <a16:creationId xmlns:a16="http://schemas.microsoft.com/office/drawing/2014/main" id="{4C59F43C-B4D9-3D47-05CF-9EF4F17B8518}"/>
                    </a:ext>
                  </a:extLst>
                </p:cNvPr>
                <p:cNvSpPr/>
                <p:nvPr/>
              </p:nvSpPr>
              <p:spPr>
                <a:xfrm rot="16200000">
                  <a:off x="11009314" y="1457853"/>
                  <a:ext cx="647701" cy="1717672"/>
                </a:xfrm>
                <a:prstGeom prst="round2Same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TextBox 66">
                  <a:hlinkClick r:id="rId2" action="ppaction://hlinksldjump"/>
                  <a:extLst>
                    <a:ext uri="{FF2B5EF4-FFF2-40B4-BE49-F238E27FC236}">
                      <a16:creationId xmlns:a16="http://schemas.microsoft.com/office/drawing/2014/main" id="{5B6BA0C8-4AD0-6EA4-A08F-B5B519643665}"/>
                    </a:ext>
                  </a:extLst>
                </p:cNvPr>
                <p:cNvSpPr txBox="1"/>
                <p:nvPr/>
              </p:nvSpPr>
              <p:spPr>
                <a:xfrm>
                  <a:off x="10525964" y="2158243"/>
                  <a:ext cx="1666037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sp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a-IR" sz="16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IRANMarker" panose="02000504000000020004" pitchFamily="2" charset="-78"/>
                      <a:ea typeface="+mn-ea"/>
                      <a:cs typeface="IRAN(FaNum)"/>
                    </a:rPr>
                    <a:t>مقدمه و </a:t>
                  </a:r>
                  <a:r>
                    <a:rPr kumimoji="0" lang="fa-IR" sz="16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IRANMarker" panose="02000504000000020004" pitchFamily="2" charset="-78"/>
                      <a:ea typeface="+mn-ea"/>
                      <a:cs typeface="IRAN(FaNum)"/>
                    </a:rPr>
                    <a:t>معرفی بازبینی </a:t>
                  </a:r>
                  <a:r>
                    <a:rPr kumimoji="0" lang="fa-IR" sz="16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IRANMarker" panose="02000504000000020004" pitchFamily="2" charset="-78"/>
                      <a:ea typeface="+mn-ea"/>
                      <a:cs typeface="IRAN(FaNum)"/>
                    </a:rPr>
                    <a:t>کد</a:t>
                  </a: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endParaRPr>
                </a:p>
              </p:txBody>
            </p:sp>
          </p:grpSp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9D9EA016-14F4-FECE-99B3-E3A4C55FD387}"/>
                  </a:ext>
                </a:extLst>
              </p:cNvPr>
              <p:cNvSpPr/>
              <p:nvPr/>
            </p:nvSpPr>
            <p:spPr>
              <a:xfrm>
                <a:off x="10261654" y="2126849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5" name="Graphic 1">
              <a:extLst>
                <a:ext uri="{FF2B5EF4-FFF2-40B4-BE49-F238E27FC236}">
                  <a16:creationId xmlns:a16="http://schemas.microsoft.com/office/drawing/2014/main" id="{819DE78C-6E01-D3E6-2525-28B1AFD1CFC6}"/>
                </a:ext>
              </a:extLst>
            </p:cNvPr>
            <p:cNvGrpSpPr/>
            <p:nvPr/>
          </p:nvGrpSpPr>
          <p:grpSpPr>
            <a:xfrm>
              <a:off x="6866244" y="1312388"/>
              <a:ext cx="2014424" cy="760494"/>
              <a:chOff x="10194272" y="769257"/>
              <a:chExt cx="2014424" cy="760494"/>
            </a:xfrm>
            <a:solidFill>
              <a:srgbClr val="F47621"/>
            </a:solidFill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086A79EC-3065-B667-6BB5-133AC1927892}"/>
                  </a:ext>
                </a:extLst>
              </p:cNvPr>
              <p:cNvSpPr/>
              <p:nvPr/>
            </p:nvSpPr>
            <p:spPr>
              <a:xfrm>
                <a:off x="10254845" y="944824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6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74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49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49076789-5012-934E-361D-946E7D08E6CC}"/>
                  </a:ext>
                </a:extLst>
              </p:cNvPr>
              <p:cNvSpPr/>
              <p:nvPr/>
            </p:nvSpPr>
            <p:spPr>
              <a:xfrm>
                <a:off x="10194272" y="769257"/>
                <a:ext cx="2014424" cy="760494"/>
              </a:xfrm>
              <a:custGeom>
                <a:avLst/>
                <a:gdLst>
                  <a:gd name="connsiteX0" fmla="*/ 259590 w 2014424"/>
                  <a:gd name="connsiteY0" fmla="*/ 743169 h 760494"/>
                  <a:gd name="connsiteX1" fmla="*/ 259590 w 2014424"/>
                  <a:gd name="connsiteY1" fmla="*/ 628157 h 760494"/>
                  <a:gd name="connsiteX2" fmla="*/ 17347 w 2014424"/>
                  <a:gd name="connsiteY2" fmla="*/ 380258 h 760494"/>
                  <a:gd name="connsiteX3" fmla="*/ 259590 w 2014424"/>
                  <a:gd name="connsiteY3" fmla="*/ 132359 h 760494"/>
                  <a:gd name="connsiteX4" fmla="*/ 259590 w 2014424"/>
                  <a:gd name="connsiteY4" fmla="*/ 76351 h 760494"/>
                  <a:gd name="connsiteX5" fmla="*/ 318595 w 2014424"/>
                  <a:gd name="connsiteY5" fmla="*/ 17347 h 760494"/>
                  <a:gd name="connsiteX6" fmla="*/ 2014425 w 2014424"/>
                  <a:gd name="connsiteY6" fmla="*/ 17347 h 760494"/>
                  <a:gd name="connsiteX7" fmla="*/ 2014425 w 2014424"/>
                  <a:gd name="connsiteY7" fmla="*/ 0 h 760494"/>
                  <a:gd name="connsiteX8" fmla="*/ 318595 w 2014424"/>
                  <a:gd name="connsiteY8" fmla="*/ 0 h 760494"/>
                  <a:gd name="connsiteX9" fmla="*/ 242264 w 2014424"/>
                  <a:gd name="connsiteY9" fmla="*/ 76330 h 760494"/>
                  <a:gd name="connsiteX10" fmla="*/ 242264 w 2014424"/>
                  <a:gd name="connsiteY10" fmla="*/ 116067 h 760494"/>
                  <a:gd name="connsiteX11" fmla="*/ 0 w 2014424"/>
                  <a:gd name="connsiteY11" fmla="*/ 380258 h 760494"/>
                  <a:gd name="connsiteX12" fmla="*/ 242243 w 2014424"/>
                  <a:gd name="connsiteY12" fmla="*/ 644427 h 760494"/>
                  <a:gd name="connsiteX13" fmla="*/ 242243 w 2014424"/>
                  <a:gd name="connsiteY13" fmla="*/ 760495 h 760494"/>
                  <a:gd name="connsiteX14" fmla="*/ 2014425 w 2014424"/>
                  <a:gd name="connsiteY14" fmla="*/ 760495 h 760494"/>
                  <a:gd name="connsiteX15" fmla="*/ 2014425 w 2014424"/>
                  <a:gd name="connsiteY15" fmla="*/ 743148 h 760494"/>
                  <a:gd name="connsiteX16" fmla="*/ 259590 w 2014424"/>
                  <a:gd name="connsiteY16" fmla="*/ 743148 h 76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14424" h="760494">
                    <a:moveTo>
                      <a:pt x="259590" y="743169"/>
                    </a:moveTo>
                    <a:lnTo>
                      <a:pt x="259590" y="628157"/>
                    </a:lnTo>
                    <a:cubicBezTo>
                      <a:pt x="109652" y="619906"/>
                      <a:pt x="17347" y="504007"/>
                      <a:pt x="17347" y="380258"/>
                    </a:cubicBezTo>
                    <a:cubicBezTo>
                      <a:pt x="17347" y="256509"/>
                      <a:pt x="109125" y="140632"/>
                      <a:pt x="259590" y="132359"/>
                    </a:cubicBezTo>
                    <a:lnTo>
                      <a:pt x="259590" y="76351"/>
                    </a:lnTo>
                    <a:cubicBezTo>
                      <a:pt x="259590" y="43810"/>
                      <a:pt x="286054" y="17347"/>
                      <a:pt x="318595" y="17347"/>
                    </a:cubicBezTo>
                    <a:lnTo>
                      <a:pt x="2014425" y="17347"/>
                    </a:lnTo>
                    <a:lnTo>
                      <a:pt x="2014425" y="0"/>
                    </a:lnTo>
                    <a:lnTo>
                      <a:pt x="318595" y="0"/>
                    </a:lnTo>
                    <a:cubicBezTo>
                      <a:pt x="276494" y="0"/>
                      <a:pt x="242264" y="34250"/>
                      <a:pt x="242264" y="76330"/>
                    </a:cubicBezTo>
                    <a:lnTo>
                      <a:pt x="242264" y="116067"/>
                    </a:lnTo>
                    <a:cubicBezTo>
                      <a:pt x="105748" y="127780"/>
                      <a:pt x="0" y="242264"/>
                      <a:pt x="0" y="380258"/>
                    </a:cubicBezTo>
                    <a:cubicBezTo>
                      <a:pt x="0" y="518252"/>
                      <a:pt x="105748" y="632736"/>
                      <a:pt x="242243" y="644427"/>
                    </a:cubicBezTo>
                    <a:lnTo>
                      <a:pt x="242243" y="760495"/>
                    </a:lnTo>
                    <a:lnTo>
                      <a:pt x="2014425" y="760495"/>
                    </a:lnTo>
                    <a:lnTo>
                      <a:pt x="2014425" y="743148"/>
                    </a:lnTo>
                    <a:lnTo>
                      <a:pt x="259590" y="743148"/>
                    </a:lnTo>
                    <a:close/>
                  </a:path>
                </a:pathLst>
              </a:custGeom>
              <a:solidFill>
                <a:schemeClr val="accent1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87" name="Graphic 86">
              <a:extLst>
                <a:ext uri="{FF2B5EF4-FFF2-40B4-BE49-F238E27FC236}">
                  <a16:creationId xmlns:a16="http://schemas.microsoft.com/office/drawing/2014/main" id="{147D275E-4BD7-8DBA-CB96-B00A909F9C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032737" y="1615862"/>
              <a:ext cx="203628" cy="147064"/>
            </a:xfrm>
            <a:prstGeom prst="rect">
              <a:avLst/>
            </a:prstGeom>
          </p:spPr>
        </p:pic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EB27787B-E96A-65D6-23C0-885821BD9D9B}"/>
              </a:ext>
            </a:extLst>
          </p:cNvPr>
          <p:cNvGrpSpPr/>
          <p:nvPr/>
        </p:nvGrpSpPr>
        <p:grpSpPr>
          <a:xfrm>
            <a:off x="5972184" y="5062970"/>
            <a:ext cx="2908463" cy="725758"/>
            <a:chOff x="6866244" y="5062970"/>
            <a:chExt cx="2014403" cy="725758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D3712506-FF4E-4B2C-28C8-646BB237FF79}"/>
                </a:ext>
              </a:extLst>
            </p:cNvPr>
            <p:cNvGrpSpPr/>
            <p:nvPr/>
          </p:nvGrpSpPr>
          <p:grpSpPr>
            <a:xfrm>
              <a:off x="6933626" y="5089420"/>
              <a:ext cx="1930352" cy="647701"/>
              <a:chOff x="10261654" y="5719651"/>
              <a:chExt cx="1930352" cy="647701"/>
            </a:xfrm>
          </p:grpSpPr>
          <p:sp>
            <p:nvSpPr>
              <p:cNvPr id="281" name="Rectangle: Top Corners Rounded 280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AF969B3A-BF4B-2ABC-7B45-C3B19F921275}"/>
                  </a:ext>
                </a:extLst>
              </p:cNvPr>
              <p:cNvSpPr/>
              <p:nvPr/>
            </p:nvSpPr>
            <p:spPr>
              <a:xfrm rot="16200000">
                <a:off x="11009319" y="5184666"/>
                <a:ext cx="647701" cy="1717672"/>
              </a:xfrm>
              <a:prstGeom prst="round2Same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6B76E97D-9DD8-50F7-256F-46BAA60D7936}"/>
                  </a:ext>
                </a:extLst>
              </p:cNvPr>
              <p:cNvSpPr/>
              <p:nvPr/>
            </p:nvSpPr>
            <p:spPr>
              <a:xfrm>
                <a:off x="10261654" y="5842749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TextBox 28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77E47C67-EEAB-949D-6AA2-2491DC3A745D}"/>
                  </a:ext>
                </a:extLst>
              </p:cNvPr>
              <p:cNvSpPr txBox="1"/>
              <p:nvPr/>
            </p:nvSpPr>
            <p:spPr>
              <a:xfrm>
                <a:off x="10525287" y="5886803"/>
                <a:ext cx="1666707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(FaNum)"/>
                    <a:cs typeface="B Nazanin" panose="00000400000000000000" pitchFamily="2" charset="-78"/>
                  </a:rPr>
                  <a:t>جمع‌بندی</a:t>
                </a:r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(FaNum)"/>
                  <a:cs typeface="B Nazanin" panose="00000400000000000000" pitchFamily="2" charset="-78"/>
                </a:endParaRPr>
              </a:p>
            </p:txBody>
          </p:sp>
        </p:grpSp>
        <p:grpSp>
          <p:nvGrpSpPr>
            <p:cNvPr id="28" name="Graphic 1">
              <a:extLst>
                <a:ext uri="{FF2B5EF4-FFF2-40B4-BE49-F238E27FC236}">
                  <a16:creationId xmlns:a16="http://schemas.microsoft.com/office/drawing/2014/main" id="{F454CF9E-CA59-4A27-4D45-2BFE5C1E8259}"/>
                </a:ext>
              </a:extLst>
            </p:cNvPr>
            <p:cNvGrpSpPr/>
            <p:nvPr/>
          </p:nvGrpSpPr>
          <p:grpSpPr>
            <a:xfrm>
              <a:off x="6866244" y="5062970"/>
              <a:ext cx="2014403" cy="725758"/>
              <a:chOff x="10194272" y="3033458"/>
              <a:chExt cx="2014403" cy="725758"/>
            </a:xfrm>
            <a:solidFill>
              <a:schemeClr val="accent6"/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EF7349D-1B6A-8171-4389-7D29BE946D8E}"/>
                  </a:ext>
                </a:extLst>
              </p:cNvPr>
              <p:cNvSpPr/>
              <p:nvPr/>
            </p:nvSpPr>
            <p:spPr>
              <a:xfrm>
                <a:off x="10254849" y="3174286"/>
                <a:ext cx="409199" cy="409398"/>
              </a:xfrm>
              <a:custGeom>
                <a:avLst/>
                <a:gdLst>
                  <a:gd name="connsiteX0" fmla="*/ 409200 w 409199"/>
                  <a:gd name="connsiteY0" fmla="*/ 204716 h 409398"/>
                  <a:gd name="connsiteX1" fmla="*/ 65746 w 409199"/>
                  <a:gd name="connsiteY1" fmla="*/ 54398 h 409398"/>
                  <a:gd name="connsiteX2" fmla="*/ 642 w 409199"/>
                  <a:gd name="connsiteY2" fmla="*/ 221324 h 409398"/>
                  <a:gd name="connsiteX3" fmla="*/ 343442 w 409199"/>
                  <a:gd name="connsiteY3" fmla="*/ 354991 h 409398"/>
                  <a:gd name="connsiteX4" fmla="*/ 409200 w 409199"/>
                  <a:gd name="connsiteY4" fmla="*/ 204716 h 409398"/>
                  <a:gd name="connsiteX5" fmla="*/ 372438 w 409199"/>
                  <a:gd name="connsiteY5" fmla="*/ 191041 h 409398"/>
                  <a:gd name="connsiteX6" fmla="*/ 318878 w 409199"/>
                  <a:gd name="connsiteY6" fmla="*/ 328380 h 409398"/>
                  <a:gd name="connsiteX7" fmla="*/ 36750 w 409199"/>
                  <a:gd name="connsiteY7" fmla="*/ 218348 h 409398"/>
                  <a:gd name="connsiteX8" fmla="*/ 90331 w 409199"/>
                  <a:gd name="connsiteY8" fmla="*/ 81009 h 409398"/>
                  <a:gd name="connsiteX9" fmla="*/ 372459 w 409199"/>
                  <a:gd name="connsiteY9" fmla="*/ 191041 h 40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199" h="409398">
                    <a:moveTo>
                      <a:pt x="409200" y="204716"/>
                    </a:moveTo>
                    <a:cubicBezTo>
                      <a:pt x="409200" y="26879"/>
                      <a:pt x="196227" y="-66207"/>
                      <a:pt x="65746" y="54398"/>
                    </a:cubicBezTo>
                    <a:cubicBezTo>
                      <a:pt x="20986" y="95781"/>
                      <a:pt x="-4444" y="156769"/>
                      <a:pt x="642" y="221324"/>
                    </a:cubicBezTo>
                    <a:cubicBezTo>
                      <a:pt x="13853" y="388946"/>
                      <a:pt x="217477" y="471439"/>
                      <a:pt x="343442" y="354991"/>
                    </a:cubicBezTo>
                    <a:cubicBezTo>
                      <a:pt x="385227" y="316372"/>
                      <a:pt x="409200" y="261588"/>
                      <a:pt x="409200" y="204716"/>
                    </a:cubicBezTo>
                    <a:close/>
                    <a:moveTo>
                      <a:pt x="372438" y="191041"/>
                    </a:moveTo>
                    <a:cubicBezTo>
                      <a:pt x="376574" y="244178"/>
                      <a:pt x="355788" y="294256"/>
                      <a:pt x="318878" y="328380"/>
                    </a:cubicBezTo>
                    <a:cubicBezTo>
                      <a:pt x="215219" y="424210"/>
                      <a:pt x="47618" y="356321"/>
                      <a:pt x="36750" y="218348"/>
                    </a:cubicBezTo>
                    <a:cubicBezTo>
                      <a:pt x="32614" y="165210"/>
                      <a:pt x="53379" y="115154"/>
                      <a:pt x="90331" y="81009"/>
                    </a:cubicBezTo>
                    <a:cubicBezTo>
                      <a:pt x="194032" y="-14821"/>
                      <a:pt x="361570" y="53110"/>
                      <a:pt x="372459" y="191041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900918D0-03D7-B682-868E-9989BF7C69D5}"/>
                  </a:ext>
                </a:extLst>
              </p:cNvPr>
              <p:cNvSpPr/>
              <p:nvPr/>
            </p:nvSpPr>
            <p:spPr>
              <a:xfrm>
                <a:off x="10194272" y="3033458"/>
                <a:ext cx="2014403" cy="725758"/>
              </a:xfrm>
              <a:custGeom>
                <a:avLst/>
                <a:gdLst>
                  <a:gd name="connsiteX0" fmla="*/ 259590 w 2014403"/>
                  <a:gd name="connsiteY0" fmla="*/ 649429 h 725758"/>
                  <a:gd name="connsiteX1" fmla="*/ 259590 w 2014403"/>
                  <a:gd name="connsiteY1" fmla="*/ 593421 h 725758"/>
                  <a:gd name="connsiteX2" fmla="*/ 17347 w 2014403"/>
                  <a:gd name="connsiteY2" fmla="*/ 345522 h 725758"/>
                  <a:gd name="connsiteX3" fmla="*/ 259590 w 2014403"/>
                  <a:gd name="connsiteY3" fmla="*/ 97623 h 725758"/>
                  <a:gd name="connsiteX4" fmla="*/ 259590 w 2014403"/>
                  <a:gd name="connsiteY4" fmla="*/ 0 h 725758"/>
                  <a:gd name="connsiteX5" fmla="*/ 242243 w 2014403"/>
                  <a:gd name="connsiteY5" fmla="*/ 0 h 725758"/>
                  <a:gd name="connsiteX6" fmla="*/ 242243 w 2014403"/>
                  <a:gd name="connsiteY6" fmla="*/ 81331 h 725758"/>
                  <a:gd name="connsiteX7" fmla="*/ 0 w 2014403"/>
                  <a:gd name="connsiteY7" fmla="*/ 345522 h 725758"/>
                  <a:gd name="connsiteX8" fmla="*/ 242243 w 2014403"/>
                  <a:gd name="connsiteY8" fmla="*/ 609691 h 725758"/>
                  <a:gd name="connsiteX9" fmla="*/ 242243 w 2014403"/>
                  <a:gd name="connsiteY9" fmla="*/ 649429 h 725758"/>
                  <a:gd name="connsiteX10" fmla="*/ 318574 w 2014403"/>
                  <a:gd name="connsiteY10" fmla="*/ 725759 h 725758"/>
                  <a:gd name="connsiteX11" fmla="*/ 2014403 w 2014403"/>
                  <a:gd name="connsiteY11" fmla="*/ 725759 h 725758"/>
                  <a:gd name="connsiteX12" fmla="*/ 2014403 w 2014403"/>
                  <a:gd name="connsiteY12" fmla="*/ 708412 h 725758"/>
                  <a:gd name="connsiteX13" fmla="*/ 318595 w 2014403"/>
                  <a:gd name="connsiteY13" fmla="*/ 708412 h 725758"/>
                  <a:gd name="connsiteX14" fmla="*/ 259590 w 2014403"/>
                  <a:gd name="connsiteY14" fmla="*/ 649408 h 725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4403" h="725758">
                    <a:moveTo>
                      <a:pt x="259590" y="649429"/>
                    </a:moveTo>
                    <a:lnTo>
                      <a:pt x="259590" y="593421"/>
                    </a:lnTo>
                    <a:cubicBezTo>
                      <a:pt x="109125" y="585148"/>
                      <a:pt x="17347" y="468849"/>
                      <a:pt x="17347" y="345522"/>
                    </a:cubicBezTo>
                    <a:cubicBezTo>
                      <a:pt x="17347" y="222195"/>
                      <a:pt x="109652" y="105874"/>
                      <a:pt x="259590" y="97623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331"/>
                    </a:lnTo>
                    <a:cubicBezTo>
                      <a:pt x="105748" y="93065"/>
                      <a:pt x="0" y="207550"/>
                      <a:pt x="0" y="345522"/>
                    </a:cubicBezTo>
                    <a:cubicBezTo>
                      <a:pt x="0" y="483495"/>
                      <a:pt x="105748" y="598001"/>
                      <a:pt x="242243" y="609691"/>
                    </a:cubicBezTo>
                    <a:lnTo>
                      <a:pt x="242243" y="649429"/>
                    </a:lnTo>
                    <a:cubicBezTo>
                      <a:pt x="242243" y="691530"/>
                      <a:pt x="276494" y="725759"/>
                      <a:pt x="318574" y="725759"/>
                    </a:cubicBezTo>
                    <a:lnTo>
                      <a:pt x="2014403" y="725759"/>
                    </a:lnTo>
                    <a:lnTo>
                      <a:pt x="2014403" y="708412"/>
                    </a:lnTo>
                    <a:lnTo>
                      <a:pt x="318595" y="708412"/>
                    </a:lnTo>
                    <a:cubicBezTo>
                      <a:pt x="286054" y="708412"/>
                      <a:pt x="259590" y="681949"/>
                      <a:pt x="259590" y="649408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88" name="Graphic 87">
              <a:extLst>
                <a:ext uri="{FF2B5EF4-FFF2-40B4-BE49-F238E27FC236}">
                  <a16:creationId xmlns:a16="http://schemas.microsoft.com/office/drawing/2014/main" id="{558EA201-3640-A52A-ACBA-A97F3A3FAB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32737" y="5315400"/>
              <a:ext cx="202967" cy="202967"/>
            </a:xfrm>
            <a:prstGeom prst="rect">
              <a:avLst/>
            </a:prstGeom>
          </p:spPr>
        </p:pic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FA6B2756-3951-B49F-C2E7-287EF1B7F8AD}"/>
              </a:ext>
            </a:extLst>
          </p:cNvPr>
          <p:cNvGrpSpPr/>
          <p:nvPr/>
        </p:nvGrpSpPr>
        <p:grpSpPr>
          <a:xfrm>
            <a:off x="5972175" y="4319758"/>
            <a:ext cx="2908493" cy="725864"/>
            <a:chOff x="6866244" y="4319758"/>
            <a:chExt cx="2014424" cy="725864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9FFFAFE3-43B8-BB65-BBA3-19B072C09315}"/>
                </a:ext>
              </a:extLst>
            </p:cNvPr>
            <p:cNvGrpSpPr/>
            <p:nvPr/>
          </p:nvGrpSpPr>
          <p:grpSpPr>
            <a:xfrm>
              <a:off x="6933626" y="4341558"/>
              <a:ext cx="1930351" cy="647701"/>
              <a:chOff x="10261654" y="4971789"/>
              <a:chExt cx="1930351" cy="647701"/>
            </a:xfrm>
          </p:grpSpPr>
          <p:sp>
            <p:nvSpPr>
              <p:cNvPr id="285" name="Rectangle: Top Corners Rounded 284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2F015B88-EFBC-331C-F0D7-A8FA2335121A}"/>
                  </a:ext>
                </a:extLst>
              </p:cNvPr>
              <p:cNvSpPr/>
              <p:nvPr/>
            </p:nvSpPr>
            <p:spPr>
              <a:xfrm rot="16200000">
                <a:off x="11009318" y="4436804"/>
                <a:ext cx="647701" cy="1717672"/>
              </a:xfrm>
              <a:prstGeom prst="round2Same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E0BF1495-8010-0D72-16C5-E23723331815}"/>
                  </a:ext>
                </a:extLst>
              </p:cNvPr>
              <p:cNvSpPr/>
              <p:nvPr/>
            </p:nvSpPr>
            <p:spPr>
              <a:xfrm>
                <a:off x="10261654" y="5099663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TextBox 286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9E4C99DC-007F-58A4-BD34-9B033AC90C13}"/>
                  </a:ext>
                </a:extLst>
              </p:cNvPr>
              <p:cNvSpPr txBox="1"/>
              <p:nvPr/>
            </p:nvSpPr>
            <p:spPr>
              <a:xfrm>
                <a:off x="10525456" y="5141091"/>
                <a:ext cx="1666544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فرایند عملی بازبینی در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GitHub</a:t>
                </a:r>
              </a:p>
            </p:txBody>
          </p:sp>
        </p:grpSp>
        <p:grpSp>
          <p:nvGrpSpPr>
            <p:cNvPr id="27" name="Graphic 1">
              <a:extLst>
                <a:ext uri="{FF2B5EF4-FFF2-40B4-BE49-F238E27FC236}">
                  <a16:creationId xmlns:a16="http://schemas.microsoft.com/office/drawing/2014/main" id="{BDC2E4D7-32A3-9388-10E3-26FB58775B3D}"/>
                </a:ext>
              </a:extLst>
            </p:cNvPr>
            <p:cNvGrpSpPr/>
            <p:nvPr/>
          </p:nvGrpSpPr>
          <p:grpSpPr>
            <a:xfrm>
              <a:off x="6866244" y="4319758"/>
              <a:ext cx="2014424" cy="725864"/>
              <a:chOff x="10194272" y="2290246"/>
              <a:chExt cx="2014424" cy="725864"/>
            </a:xfrm>
            <a:solidFill>
              <a:schemeClr val="accent5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1ABDD61E-827B-C2CA-BF57-130DD581D35D}"/>
                  </a:ext>
                </a:extLst>
              </p:cNvPr>
              <p:cNvSpPr/>
              <p:nvPr/>
            </p:nvSpPr>
            <p:spPr>
              <a:xfrm>
                <a:off x="10254845" y="2431205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5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49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A90A7EB4-0208-26CB-7C99-01FDD5DB44AC}"/>
                  </a:ext>
                </a:extLst>
              </p:cNvPr>
              <p:cNvSpPr/>
              <p:nvPr/>
            </p:nvSpPr>
            <p:spPr>
              <a:xfrm>
                <a:off x="10194272" y="2290246"/>
                <a:ext cx="2014424" cy="725864"/>
              </a:xfrm>
              <a:custGeom>
                <a:avLst/>
                <a:gdLst>
                  <a:gd name="connsiteX0" fmla="*/ 259590 w 2014424"/>
                  <a:gd name="connsiteY0" fmla="*/ 593527 h 725864"/>
                  <a:gd name="connsiteX1" fmla="*/ 17347 w 2014424"/>
                  <a:gd name="connsiteY1" fmla="*/ 345628 h 725864"/>
                  <a:gd name="connsiteX2" fmla="*/ 259590 w 2014424"/>
                  <a:gd name="connsiteY2" fmla="*/ 97729 h 725864"/>
                  <a:gd name="connsiteX3" fmla="*/ 259590 w 2014424"/>
                  <a:gd name="connsiteY3" fmla="*/ 0 h 725864"/>
                  <a:gd name="connsiteX4" fmla="*/ 242243 w 2014424"/>
                  <a:gd name="connsiteY4" fmla="*/ 0 h 725864"/>
                  <a:gd name="connsiteX5" fmla="*/ 242243 w 2014424"/>
                  <a:gd name="connsiteY5" fmla="*/ 81437 h 725864"/>
                  <a:gd name="connsiteX6" fmla="*/ 0 w 2014424"/>
                  <a:gd name="connsiteY6" fmla="*/ 345628 h 725864"/>
                  <a:gd name="connsiteX7" fmla="*/ 242243 w 2014424"/>
                  <a:gd name="connsiteY7" fmla="*/ 609797 h 725864"/>
                  <a:gd name="connsiteX8" fmla="*/ 242243 w 2014424"/>
                  <a:gd name="connsiteY8" fmla="*/ 725865 h 725864"/>
                  <a:gd name="connsiteX9" fmla="*/ 2014425 w 2014424"/>
                  <a:gd name="connsiteY9" fmla="*/ 725865 h 725864"/>
                  <a:gd name="connsiteX10" fmla="*/ 2014425 w 2014424"/>
                  <a:gd name="connsiteY10" fmla="*/ 708518 h 725864"/>
                  <a:gd name="connsiteX11" fmla="*/ 259590 w 2014424"/>
                  <a:gd name="connsiteY11" fmla="*/ 708518 h 725864"/>
                  <a:gd name="connsiteX12" fmla="*/ 259590 w 2014424"/>
                  <a:gd name="connsiteY12" fmla="*/ 593506 h 725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64">
                    <a:moveTo>
                      <a:pt x="259590" y="593527"/>
                    </a:moveTo>
                    <a:cubicBezTo>
                      <a:pt x="109652" y="585275"/>
                      <a:pt x="17347" y="469377"/>
                      <a:pt x="17347" y="345628"/>
                    </a:cubicBezTo>
                    <a:cubicBezTo>
                      <a:pt x="17347" y="221879"/>
                      <a:pt x="109146" y="106001"/>
                      <a:pt x="259590" y="97729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437"/>
                    </a:lnTo>
                    <a:cubicBezTo>
                      <a:pt x="105748" y="93171"/>
                      <a:pt x="0" y="207655"/>
                      <a:pt x="0" y="345628"/>
                    </a:cubicBezTo>
                    <a:cubicBezTo>
                      <a:pt x="0" y="483600"/>
                      <a:pt x="105748" y="598106"/>
                      <a:pt x="242243" y="609797"/>
                    </a:cubicBezTo>
                    <a:lnTo>
                      <a:pt x="242243" y="725865"/>
                    </a:lnTo>
                    <a:lnTo>
                      <a:pt x="2014425" y="725865"/>
                    </a:lnTo>
                    <a:lnTo>
                      <a:pt x="2014425" y="708518"/>
                    </a:lnTo>
                    <a:lnTo>
                      <a:pt x="259590" y="708518"/>
                    </a:lnTo>
                    <a:lnTo>
                      <a:pt x="259590" y="593506"/>
                    </a:ln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89" name="Graphic 88">
              <a:extLst>
                <a:ext uri="{FF2B5EF4-FFF2-40B4-BE49-F238E27FC236}">
                  <a16:creationId xmlns:a16="http://schemas.microsoft.com/office/drawing/2014/main" id="{32A0A903-7C62-4726-8E81-C0794D6DD6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37757" y="4585069"/>
              <a:ext cx="192927" cy="168811"/>
            </a:xfrm>
            <a:prstGeom prst="rect">
              <a:avLst/>
            </a:prstGeom>
          </p:spPr>
        </p:pic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95A803CB-FD69-4A73-FB15-86AE4A26D785}"/>
              </a:ext>
            </a:extLst>
          </p:cNvPr>
          <p:cNvGrpSpPr/>
          <p:nvPr/>
        </p:nvGrpSpPr>
        <p:grpSpPr>
          <a:xfrm>
            <a:off x="5972175" y="2090208"/>
            <a:ext cx="2908493" cy="725843"/>
            <a:chOff x="6866244" y="2090208"/>
            <a:chExt cx="2014424" cy="725843"/>
          </a:xfrm>
        </p:grpSpPr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59033BFA-CC9B-E5DA-B97B-97BD3E700C75}"/>
                </a:ext>
              </a:extLst>
            </p:cNvPr>
            <p:cNvGrpSpPr/>
            <p:nvPr/>
          </p:nvGrpSpPr>
          <p:grpSpPr>
            <a:xfrm>
              <a:off x="6933626" y="2110107"/>
              <a:ext cx="1930349" cy="647701"/>
              <a:chOff x="10261654" y="2740338"/>
              <a:chExt cx="1930349" cy="647701"/>
            </a:xfrm>
          </p:grpSpPr>
          <p:sp>
            <p:nvSpPr>
              <p:cNvPr id="293" name="Rectangle: Top Corners Rounded 292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74FBBAD2-6F55-00C3-FC45-681CE3323CC9}"/>
                  </a:ext>
                </a:extLst>
              </p:cNvPr>
              <p:cNvSpPr/>
              <p:nvPr/>
            </p:nvSpPr>
            <p:spPr>
              <a:xfrm rot="16200000">
                <a:off x="11009316" y="2205353"/>
                <a:ext cx="647701" cy="1717672"/>
              </a:xfrm>
              <a:prstGeom prst="round2Same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C05D1888-FAB2-97B4-4E9F-AD0EAF8532A5}"/>
                  </a:ext>
                </a:extLst>
              </p:cNvPr>
              <p:cNvSpPr/>
              <p:nvPr/>
            </p:nvSpPr>
            <p:spPr>
              <a:xfrm>
                <a:off x="10261654" y="2871615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" name="TextBox 294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311EA786-ADF0-D2DB-39B5-55DF91C4AE36}"/>
                  </a:ext>
                </a:extLst>
              </p:cNvPr>
              <p:cNvSpPr txBox="1"/>
              <p:nvPr/>
            </p:nvSpPr>
            <p:spPr>
              <a:xfrm>
                <a:off x="10525626" y="2903955"/>
                <a:ext cx="1666374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اهمیت و اصول بازبینی حرفه‌ای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Marker" panose="02000504000000020004" pitchFamily="2" charset="-78"/>
                  <a:ea typeface="+mn-ea"/>
                  <a:cs typeface="IRAN(FaNum)"/>
                </a:endParaRPr>
              </a:p>
            </p:txBody>
          </p:sp>
        </p:grpSp>
        <p:grpSp>
          <p:nvGrpSpPr>
            <p:cNvPr id="58" name="Graphic 1">
              <a:extLst>
                <a:ext uri="{FF2B5EF4-FFF2-40B4-BE49-F238E27FC236}">
                  <a16:creationId xmlns:a16="http://schemas.microsoft.com/office/drawing/2014/main" id="{B68331BD-D288-6B81-3FC0-571273E7A20C}"/>
                </a:ext>
              </a:extLst>
            </p:cNvPr>
            <p:cNvGrpSpPr/>
            <p:nvPr/>
          </p:nvGrpSpPr>
          <p:grpSpPr>
            <a:xfrm>
              <a:off x="6866244" y="2090208"/>
              <a:ext cx="2014424" cy="725843"/>
              <a:chOff x="10194272" y="1547077"/>
              <a:chExt cx="2014424" cy="725843"/>
            </a:xfrm>
            <a:solidFill>
              <a:srgbClr val="FBB217"/>
            </a:solidFill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4D1BB6C9-96E7-90DC-5D68-08D2D583B30D}"/>
                  </a:ext>
                </a:extLst>
              </p:cNvPr>
              <p:cNvSpPr/>
              <p:nvPr/>
            </p:nvSpPr>
            <p:spPr>
              <a:xfrm>
                <a:off x="10254845" y="1687993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6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50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B2A2508-8897-8606-0601-14F1C2730AB3}"/>
                  </a:ext>
                </a:extLst>
              </p:cNvPr>
              <p:cNvSpPr/>
              <p:nvPr/>
            </p:nvSpPr>
            <p:spPr>
              <a:xfrm>
                <a:off x="10194272" y="1547077"/>
                <a:ext cx="2014424" cy="725843"/>
              </a:xfrm>
              <a:custGeom>
                <a:avLst/>
                <a:gdLst>
                  <a:gd name="connsiteX0" fmla="*/ 259590 w 2014424"/>
                  <a:gd name="connsiteY0" fmla="*/ 593484 h 725843"/>
                  <a:gd name="connsiteX1" fmla="*/ 17347 w 2014424"/>
                  <a:gd name="connsiteY1" fmla="*/ 345586 h 725843"/>
                  <a:gd name="connsiteX2" fmla="*/ 259590 w 2014424"/>
                  <a:gd name="connsiteY2" fmla="*/ 97687 h 725843"/>
                  <a:gd name="connsiteX3" fmla="*/ 259590 w 2014424"/>
                  <a:gd name="connsiteY3" fmla="*/ 0 h 725843"/>
                  <a:gd name="connsiteX4" fmla="*/ 242243 w 2014424"/>
                  <a:gd name="connsiteY4" fmla="*/ 0 h 725843"/>
                  <a:gd name="connsiteX5" fmla="*/ 242243 w 2014424"/>
                  <a:gd name="connsiteY5" fmla="*/ 81395 h 725843"/>
                  <a:gd name="connsiteX6" fmla="*/ 0 w 2014424"/>
                  <a:gd name="connsiteY6" fmla="*/ 345607 h 725843"/>
                  <a:gd name="connsiteX7" fmla="*/ 242243 w 2014424"/>
                  <a:gd name="connsiteY7" fmla="*/ 609776 h 725843"/>
                  <a:gd name="connsiteX8" fmla="*/ 242243 w 2014424"/>
                  <a:gd name="connsiteY8" fmla="*/ 725844 h 725843"/>
                  <a:gd name="connsiteX9" fmla="*/ 2014425 w 2014424"/>
                  <a:gd name="connsiteY9" fmla="*/ 725844 h 725843"/>
                  <a:gd name="connsiteX10" fmla="*/ 2014425 w 2014424"/>
                  <a:gd name="connsiteY10" fmla="*/ 708497 h 725843"/>
                  <a:gd name="connsiteX11" fmla="*/ 259590 w 2014424"/>
                  <a:gd name="connsiteY11" fmla="*/ 708497 h 725843"/>
                  <a:gd name="connsiteX12" fmla="*/ 259590 w 2014424"/>
                  <a:gd name="connsiteY12" fmla="*/ 593484 h 725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43">
                    <a:moveTo>
                      <a:pt x="259590" y="593484"/>
                    </a:moveTo>
                    <a:cubicBezTo>
                      <a:pt x="109652" y="585233"/>
                      <a:pt x="17347" y="469334"/>
                      <a:pt x="17347" y="345586"/>
                    </a:cubicBezTo>
                    <a:cubicBezTo>
                      <a:pt x="17347" y="221837"/>
                      <a:pt x="109146" y="105959"/>
                      <a:pt x="259590" y="97687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395"/>
                    </a:lnTo>
                    <a:cubicBezTo>
                      <a:pt x="105748" y="93128"/>
                      <a:pt x="0" y="207613"/>
                      <a:pt x="0" y="345607"/>
                    </a:cubicBezTo>
                    <a:cubicBezTo>
                      <a:pt x="0" y="483600"/>
                      <a:pt x="105748" y="598085"/>
                      <a:pt x="242243" y="609776"/>
                    </a:cubicBezTo>
                    <a:lnTo>
                      <a:pt x="242243" y="725844"/>
                    </a:lnTo>
                    <a:lnTo>
                      <a:pt x="2014425" y="725844"/>
                    </a:lnTo>
                    <a:lnTo>
                      <a:pt x="2014425" y="708497"/>
                    </a:lnTo>
                    <a:lnTo>
                      <a:pt x="259590" y="708497"/>
                    </a:lnTo>
                    <a:lnTo>
                      <a:pt x="259590" y="593484"/>
                    </a:lnTo>
                    <a:close/>
                  </a:path>
                </a:pathLst>
              </a:custGeom>
              <a:solidFill>
                <a:schemeClr val="accent2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118" name="Graphic 117">
              <a:extLst>
                <a:ext uri="{FF2B5EF4-FFF2-40B4-BE49-F238E27FC236}">
                  <a16:creationId xmlns:a16="http://schemas.microsoft.com/office/drawing/2014/main" id="{F50944D5-9FE2-6146-6024-216C4845DD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043096" y="2342834"/>
              <a:ext cx="182249" cy="182249"/>
            </a:xfrm>
            <a:prstGeom prst="rect">
              <a:avLst/>
            </a:prstGeom>
          </p:spPr>
        </p:pic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07609472-2345-7681-E8DB-95280CED7F33}"/>
              </a:ext>
            </a:extLst>
          </p:cNvPr>
          <p:cNvGrpSpPr/>
          <p:nvPr/>
        </p:nvGrpSpPr>
        <p:grpSpPr>
          <a:xfrm>
            <a:off x="5972175" y="2833377"/>
            <a:ext cx="2908493" cy="725864"/>
            <a:chOff x="6866244" y="2833377"/>
            <a:chExt cx="2014424" cy="725864"/>
          </a:xfrm>
        </p:grpSpPr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A9A2875B-F97D-3762-3974-C44659988628}"/>
                </a:ext>
              </a:extLst>
            </p:cNvPr>
            <p:cNvGrpSpPr/>
            <p:nvPr/>
          </p:nvGrpSpPr>
          <p:grpSpPr>
            <a:xfrm>
              <a:off x="6933626" y="2848643"/>
              <a:ext cx="1930350" cy="647701"/>
              <a:chOff x="10261654" y="3478874"/>
              <a:chExt cx="1930350" cy="647701"/>
            </a:xfrm>
          </p:grpSpPr>
          <p:sp>
            <p:nvSpPr>
              <p:cNvPr id="265" name="Rectangle: Top Corners Rounded 264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429B3CEB-1AF9-D2EB-7AB6-25E50828CDEB}"/>
                  </a:ext>
                </a:extLst>
              </p:cNvPr>
              <p:cNvSpPr/>
              <p:nvPr/>
            </p:nvSpPr>
            <p:spPr>
              <a:xfrm rot="16200000">
                <a:off x="11009317" y="2943889"/>
                <a:ext cx="647701" cy="1717672"/>
              </a:xfrm>
              <a:prstGeom prst="round2Same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E32BC466-0C3B-CA17-BDD5-BAFD9FA36A17}"/>
                  </a:ext>
                </a:extLst>
              </p:cNvPr>
              <p:cNvSpPr/>
              <p:nvPr/>
            </p:nvSpPr>
            <p:spPr>
              <a:xfrm>
                <a:off x="10261654" y="3613282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TextBox 266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A53F7400-23A8-7156-9E28-5EEC1DA57A59}"/>
                  </a:ext>
                </a:extLst>
              </p:cNvPr>
              <p:cNvSpPr txBox="1"/>
              <p:nvPr/>
            </p:nvSpPr>
            <p:spPr>
              <a:xfrm>
                <a:off x="10526132" y="3649667"/>
                <a:ext cx="1665869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معیارها و چک‌لیست بازبینی کد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Marker" panose="02000504000000020004" pitchFamily="2" charset="-78"/>
                  <a:ea typeface="+mn-ea"/>
                  <a:cs typeface="IRAN(FaNum)"/>
                </a:endParaRPr>
              </a:p>
            </p:txBody>
          </p:sp>
        </p:grp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584CFFC-5277-A3E4-5C7F-F5A9155758E0}"/>
                </a:ext>
              </a:extLst>
            </p:cNvPr>
            <p:cNvSpPr/>
            <p:nvPr/>
          </p:nvSpPr>
          <p:spPr>
            <a:xfrm>
              <a:off x="6933626" y="2983051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1" name="Graphic 1">
              <a:extLst>
                <a:ext uri="{FF2B5EF4-FFF2-40B4-BE49-F238E27FC236}">
                  <a16:creationId xmlns:a16="http://schemas.microsoft.com/office/drawing/2014/main" id="{9A43C084-B847-4664-7C4C-9689A34DE462}"/>
                </a:ext>
              </a:extLst>
            </p:cNvPr>
            <p:cNvGrpSpPr/>
            <p:nvPr/>
          </p:nvGrpSpPr>
          <p:grpSpPr>
            <a:xfrm>
              <a:off x="6866244" y="2833377"/>
              <a:ext cx="2014424" cy="725864"/>
              <a:chOff x="10194272" y="2290246"/>
              <a:chExt cx="2014424" cy="725864"/>
            </a:xfrm>
            <a:solidFill>
              <a:schemeClr val="accent3"/>
            </a:solidFill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B2FA4ED-3F2D-ADA7-DEFE-A68804C597E6}"/>
                  </a:ext>
                </a:extLst>
              </p:cNvPr>
              <p:cNvSpPr/>
              <p:nvPr/>
            </p:nvSpPr>
            <p:spPr>
              <a:xfrm>
                <a:off x="10254845" y="2431205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5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49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6A3CF101-7182-A1B3-29CB-C8FDA5705827}"/>
                  </a:ext>
                </a:extLst>
              </p:cNvPr>
              <p:cNvSpPr/>
              <p:nvPr/>
            </p:nvSpPr>
            <p:spPr>
              <a:xfrm>
                <a:off x="10194272" y="2290246"/>
                <a:ext cx="2014424" cy="725864"/>
              </a:xfrm>
              <a:custGeom>
                <a:avLst/>
                <a:gdLst>
                  <a:gd name="connsiteX0" fmla="*/ 259590 w 2014424"/>
                  <a:gd name="connsiteY0" fmla="*/ 593527 h 725864"/>
                  <a:gd name="connsiteX1" fmla="*/ 17347 w 2014424"/>
                  <a:gd name="connsiteY1" fmla="*/ 345628 h 725864"/>
                  <a:gd name="connsiteX2" fmla="*/ 259590 w 2014424"/>
                  <a:gd name="connsiteY2" fmla="*/ 97729 h 725864"/>
                  <a:gd name="connsiteX3" fmla="*/ 259590 w 2014424"/>
                  <a:gd name="connsiteY3" fmla="*/ 0 h 725864"/>
                  <a:gd name="connsiteX4" fmla="*/ 242243 w 2014424"/>
                  <a:gd name="connsiteY4" fmla="*/ 0 h 725864"/>
                  <a:gd name="connsiteX5" fmla="*/ 242243 w 2014424"/>
                  <a:gd name="connsiteY5" fmla="*/ 81437 h 725864"/>
                  <a:gd name="connsiteX6" fmla="*/ 0 w 2014424"/>
                  <a:gd name="connsiteY6" fmla="*/ 345628 h 725864"/>
                  <a:gd name="connsiteX7" fmla="*/ 242243 w 2014424"/>
                  <a:gd name="connsiteY7" fmla="*/ 609797 h 725864"/>
                  <a:gd name="connsiteX8" fmla="*/ 242243 w 2014424"/>
                  <a:gd name="connsiteY8" fmla="*/ 725865 h 725864"/>
                  <a:gd name="connsiteX9" fmla="*/ 2014425 w 2014424"/>
                  <a:gd name="connsiteY9" fmla="*/ 725865 h 725864"/>
                  <a:gd name="connsiteX10" fmla="*/ 2014425 w 2014424"/>
                  <a:gd name="connsiteY10" fmla="*/ 708518 h 725864"/>
                  <a:gd name="connsiteX11" fmla="*/ 259590 w 2014424"/>
                  <a:gd name="connsiteY11" fmla="*/ 708518 h 725864"/>
                  <a:gd name="connsiteX12" fmla="*/ 259590 w 2014424"/>
                  <a:gd name="connsiteY12" fmla="*/ 593506 h 725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64">
                    <a:moveTo>
                      <a:pt x="259590" y="593527"/>
                    </a:moveTo>
                    <a:cubicBezTo>
                      <a:pt x="109652" y="585275"/>
                      <a:pt x="17347" y="469377"/>
                      <a:pt x="17347" y="345628"/>
                    </a:cubicBezTo>
                    <a:cubicBezTo>
                      <a:pt x="17347" y="221879"/>
                      <a:pt x="109146" y="106001"/>
                      <a:pt x="259590" y="97729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437"/>
                    </a:lnTo>
                    <a:cubicBezTo>
                      <a:pt x="105748" y="93171"/>
                      <a:pt x="0" y="207655"/>
                      <a:pt x="0" y="345628"/>
                    </a:cubicBezTo>
                    <a:cubicBezTo>
                      <a:pt x="0" y="483600"/>
                      <a:pt x="105748" y="598106"/>
                      <a:pt x="242243" y="609797"/>
                    </a:cubicBezTo>
                    <a:lnTo>
                      <a:pt x="242243" y="725865"/>
                    </a:lnTo>
                    <a:lnTo>
                      <a:pt x="2014425" y="725865"/>
                    </a:lnTo>
                    <a:lnTo>
                      <a:pt x="2014425" y="708518"/>
                    </a:lnTo>
                    <a:lnTo>
                      <a:pt x="259590" y="708518"/>
                    </a:lnTo>
                    <a:lnTo>
                      <a:pt x="259590" y="593506"/>
                    </a:ln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135" name="Graphic 134">
              <a:extLst>
                <a:ext uri="{FF2B5EF4-FFF2-40B4-BE49-F238E27FC236}">
                  <a16:creationId xmlns:a16="http://schemas.microsoft.com/office/drawing/2014/main" id="{24596021-7D7E-596E-A366-F77B7A18EB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053258" y="3065175"/>
              <a:ext cx="161925" cy="213058"/>
            </a:xfrm>
            <a:prstGeom prst="rect">
              <a:avLst/>
            </a:prstGeom>
          </p:spPr>
        </p:pic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DCB6D677-E3CA-C727-B6D9-88D118242C14}"/>
              </a:ext>
            </a:extLst>
          </p:cNvPr>
          <p:cNvGrpSpPr/>
          <p:nvPr/>
        </p:nvGrpSpPr>
        <p:grpSpPr>
          <a:xfrm>
            <a:off x="5972175" y="3576589"/>
            <a:ext cx="2908493" cy="725843"/>
            <a:chOff x="6866244" y="3576589"/>
            <a:chExt cx="2014424" cy="725843"/>
          </a:xfrm>
        </p:grpSpPr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1E20FA70-7FCC-8502-822D-E8A7F7EE2373}"/>
                </a:ext>
              </a:extLst>
            </p:cNvPr>
            <p:cNvGrpSpPr/>
            <p:nvPr/>
          </p:nvGrpSpPr>
          <p:grpSpPr>
            <a:xfrm>
              <a:off x="6933626" y="3595625"/>
              <a:ext cx="1930351" cy="647701"/>
              <a:chOff x="10261654" y="4225856"/>
              <a:chExt cx="1930351" cy="647701"/>
            </a:xfrm>
          </p:grpSpPr>
          <p:sp>
            <p:nvSpPr>
              <p:cNvPr id="289" name="Rectangle: Top Corners Rounded 288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D869FD4A-F7FF-F0CD-4C05-88FC7DD86C1E}"/>
                  </a:ext>
                </a:extLst>
              </p:cNvPr>
              <p:cNvSpPr/>
              <p:nvPr/>
            </p:nvSpPr>
            <p:spPr>
              <a:xfrm rot="16200000">
                <a:off x="11009318" y="3690871"/>
                <a:ext cx="647701" cy="1717672"/>
              </a:xfrm>
              <a:prstGeom prst="round2Same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088A0C24-AA99-10F7-F090-CF2D83A71E8D}"/>
                  </a:ext>
                </a:extLst>
              </p:cNvPr>
              <p:cNvSpPr/>
              <p:nvPr/>
            </p:nvSpPr>
            <p:spPr>
              <a:xfrm>
                <a:off x="10261654" y="4356451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" name="TextBox 290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2870EE15-23FA-7ED6-B9C9-0E0CCE27B1B8}"/>
                  </a:ext>
                </a:extLst>
              </p:cNvPr>
              <p:cNvSpPr txBox="1"/>
              <p:nvPr/>
            </p:nvSpPr>
            <p:spPr>
              <a:xfrm>
                <a:off x="10525795" y="4395379"/>
                <a:ext cx="1666205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بررسی نمونه کد و تست آن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Marker" panose="02000504000000020004" pitchFamily="2" charset="-78"/>
                  <a:ea typeface="+mn-ea"/>
                  <a:cs typeface="IRAN(FaNum)"/>
                </a:endParaRPr>
              </a:p>
            </p:txBody>
          </p:sp>
        </p:grpSp>
        <p:grpSp>
          <p:nvGrpSpPr>
            <p:cNvPr id="26" name="Graphic 1">
              <a:extLst>
                <a:ext uri="{FF2B5EF4-FFF2-40B4-BE49-F238E27FC236}">
                  <a16:creationId xmlns:a16="http://schemas.microsoft.com/office/drawing/2014/main" id="{FAF6DAD4-C8E6-D806-5978-458DD8EB8508}"/>
                </a:ext>
              </a:extLst>
            </p:cNvPr>
            <p:cNvGrpSpPr/>
            <p:nvPr/>
          </p:nvGrpSpPr>
          <p:grpSpPr>
            <a:xfrm>
              <a:off x="6866244" y="3576589"/>
              <a:ext cx="2014424" cy="725843"/>
              <a:chOff x="10194272" y="1547077"/>
              <a:chExt cx="2014424" cy="725843"/>
            </a:xfrm>
            <a:solidFill>
              <a:schemeClr val="accent4"/>
            </a:solidFill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30B113EF-AB87-42A4-B63C-15648394FD7C}"/>
                  </a:ext>
                </a:extLst>
              </p:cNvPr>
              <p:cNvSpPr/>
              <p:nvPr/>
            </p:nvSpPr>
            <p:spPr>
              <a:xfrm>
                <a:off x="10254845" y="1687993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6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50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DB4428DB-CA46-6CB2-2330-241B0C5AF334}"/>
                  </a:ext>
                </a:extLst>
              </p:cNvPr>
              <p:cNvSpPr/>
              <p:nvPr/>
            </p:nvSpPr>
            <p:spPr>
              <a:xfrm>
                <a:off x="10194272" y="1547077"/>
                <a:ext cx="2014424" cy="725843"/>
              </a:xfrm>
              <a:custGeom>
                <a:avLst/>
                <a:gdLst>
                  <a:gd name="connsiteX0" fmla="*/ 259590 w 2014424"/>
                  <a:gd name="connsiteY0" fmla="*/ 593484 h 725843"/>
                  <a:gd name="connsiteX1" fmla="*/ 17347 w 2014424"/>
                  <a:gd name="connsiteY1" fmla="*/ 345586 h 725843"/>
                  <a:gd name="connsiteX2" fmla="*/ 259590 w 2014424"/>
                  <a:gd name="connsiteY2" fmla="*/ 97687 h 725843"/>
                  <a:gd name="connsiteX3" fmla="*/ 259590 w 2014424"/>
                  <a:gd name="connsiteY3" fmla="*/ 0 h 725843"/>
                  <a:gd name="connsiteX4" fmla="*/ 242243 w 2014424"/>
                  <a:gd name="connsiteY4" fmla="*/ 0 h 725843"/>
                  <a:gd name="connsiteX5" fmla="*/ 242243 w 2014424"/>
                  <a:gd name="connsiteY5" fmla="*/ 81395 h 725843"/>
                  <a:gd name="connsiteX6" fmla="*/ 0 w 2014424"/>
                  <a:gd name="connsiteY6" fmla="*/ 345607 h 725843"/>
                  <a:gd name="connsiteX7" fmla="*/ 242243 w 2014424"/>
                  <a:gd name="connsiteY7" fmla="*/ 609776 h 725843"/>
                  <a:gd name="connsiteX8" fmla="*/ 242243 w 2014424"/>
                  <a:gd name="connsiteY8" fmla="*/ 725844 h 725843"/>
                  <a:gd name="connsiteX9" fmla="*/ 2014425 w 2014424"/>
                  <a:gd name="connsiteY9" fmla="*/ 725844 h 725843"/>
                  <a:gd name="connsiteX10" fmla="*/ 2014425 w 2014424"/>
                  <a:gd name="connsiteY10" fmla="*/ 708497 h 725843"/>
                  <a:gd name="connsiteX11" fmla="*/ 259590 w 2014424"/>
                  <a:gd name="connsiteY11" fmla="*/ 708497 h 725843"/>
                  <a:gd name="connsiteX12" fmla="*/ 259590 w 2014424"/>
                  <a:gd name="connsiteY12" fmla="*/ 593484 h 725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43">
                    <a:moveTo>
                      <a:pt x="259590" y="593484"/>
                    </a:moveTo>
                    <a:cubicBezTo>
                      <a:pt x="109652" y="585233"/>
                      <a:pt x="17347" y="469334"/>
                      <a:pt x="17347" y="345586"/>
                    </a:cubicBezTo>
                    <a:cubicBezTo>
                      <a:pt x="17347" y="221837"/>
                      <a:pt x="109146" y="105959"/>
                      <a:pt x="259590" y="97687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395"/>
                    </a:lnTo>
                    <a:cubicBezTo>
                      <a:pt x="105748" y="93128"/>
                      <a:pt x="0" y="207613"/>
                      <a:pt x="0" y="345607"/>
                    </a:cubicBezTo>
                    <a:cubicBezTo>
                      <a:pt x="0" y="483600"/>
                      <a:pt x="105748" y="598085"/>
                      <a:pt x="242243" y="609776"/>
                    </a:cubicBezTo>
                    <a:lnTo>
                      <a:pt x="242243" y="725844"/>
                    </a:lnTo>
                    <a:lnTo>
                      <a:pt x="2014425" y="725844"/>
                    </a:lnTo>
                    <a:lnTo>
                      <a:pt x="2014425" y="708497"/>
                    </a:lnTo>
                    <a:lnTo>
                      <a:pt x="259590" y="708497"/>
                    </a:lnTo>
                    <a:lnTo>
                      <a:pt x="259590" y="593484"/>
                    </a:ln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148" name="Graphic 147">
              <a:extLst>
                <a:ext uri="{FF2B5EF4-FFF2-40B4-BE49-F238E27FC236}">
                  <a16:creationId xmlns:a16="http://schemas.microsoft.com/office/drawing/2014/main" id="{CF8CCE6A-922B-4F95-A91C-600A3D1382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7033610" y="3827849"/>
              <a:ext cx="201221" cy="200461"/>
            </a:xfrm>
            <a:prstGeom prst="rect">
              <a:avLst/>
            </a:prstGeom>
          </p:spPr>
        </p:pic>
      </p:grpSp>
      <p:sp>
        <p:nvSpPr>
          <p:cNvPr id="296" name="Rectangle: Rounded Corners 295">
            <a:extLst>
              <a:ext uri="{FF2B5EF4-FFF2-40B4-BE49-F238E27FC236}">
                <a16:creationId xmlns:a16="http://schemas.microsoft.com/office/drawing/2014/main" id="{CBF49F46-7E7A-DAF5-7DEA-54F1C2824454}"/>
              </a:ext>
            </a:extLst>
          </p:cNvPr>
          <p:cNvSpPr/>
          <p:nvPr/>
        </p:nvSpPr>
        <p:spPr>
          <a:xfrm flipH="1">
            <a:off x="8880668" y="829358"/>
            <a:ext cx="2720782" cy="5199283"/>
          </a:xfrm>
          <a:prstGeom prst="roundRect">
            <a:avLst>
              <a:gd name="adj" fmla="val 16053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7" name="Rectangle: Rounded Corners 296">
            <a:extLst>
              <a:ext uri="{FF2B5EF4-FFF2-40B4-BE49-F238E27FC236}">
                <a16:creationId xmlns:a16="http://schemas.microsoft.com/office/drawing/2014/main" id="{0DD1AA09-F812-C7E7-A3F0-7A4CF7E42F4C}"/>
              </a:ext>
            </a:extLst>
          </p:cNvPr>
          <p:cNvSpPr/>
          <p:nvPr/>
        </p:nvSpPr>
        <p:spPr>
          <a:xfrm rot="600000" flipH="1">
            <a:off x="-2159814" y="-1954591"/>
            <a:ext cx="7811174" cy="9738262"/>
          </a:xfrm>
          <a:prstGeom prst="roundRect">
            <a:avLst>
              <a:gd name="adj" fmla="val 5212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C0282AE9-75C0-744D-1308-2E3CFC0785AF}"/>
              </a:ext>
            </a:extLst>
          </p:cNvPr>
          <p:cNvSpPr txBox="1"/>
          <p:nvPr/>
        </p:nvSpPr>
        <p:spPr>
          <a:xfrm rot="5400000">
            <a:off x="7641416" y="2921167"/>
            <a:ext cx="51992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6000" dirty="0">
                <a:solidFill>
                  <a:schemeClr val="bg1"/>
                </a:solidFill>
                <a:cs typeface="B Titr" panose="00000700000000000000" pitchFamily="2" charset="-78"/>
              </a:rPr>
              <a:t>فهرست مطالب</a:t>
            </a:r>
            <a:endParaRPr lang="en-US" sz="60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pic>
        <p:nvPicPr>
          <p:cNvPr id="305" name="Picture Placeholder 304">
            <a:extLst>
              <a:ext uri="{FF2B5EF4-FFF2-40B4-BE49-F238E27FC236}">
                <a16:creationId xmlns:a16="http://schemas.microsoft.com/office/drawing/2014/main" id="{36221D12-3631-965B-A92A-83BA5D32DDC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18" t="-14032" r="27358" b="14032"/>
          <a:stretch>
            <a:fillRect/>
          </a:stretch>
        </p:blipFill>
        <p:spPr>
          <a:xfrm>
            <a:off x="-2604454" y="-2170471"/>
            <a:ext cx="8700454" cy="10170022"/>
          </a:xfrm>
        </p:spPr>
      </p:pic>
    </p:spTree>
    <p:extLst>
      <p:ext uri="{BB962C8B-B14F-4D97-AF65-F5344CB8AC3E}">
        <p14:creationId xmlns:p14="http://schemas.microsoft.com/office/powerpoint/2010/main" val="290561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7DDC66-09B4-774F-B672-8BC1FA6715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7" name="Graphic 206">
            <a:extLst>
              <a:ext uri="{FF2B5EF4-FFF2-40B4-BE49-F238E27FC236}">
                <a16:creationId xmlns:a16="http://schemas.microsoft.com/office/drawing/2014/main" id="{FB51677C-1996-859A-8BA1-4DA8710FB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90286" y="-98071"/>
            <a:ext cx="12765174" cy="7184770"/>
          </a:xfrm>
          <a:prstGeom prst="rect">
            <a:avLst/>
          </a:prstGeom>
        </p:spPr>
      </p:pic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056CECF2-E7ED-0106-A62C-EA551999E5C9}"/>
              </a:ext>
            </a:extLst>
          </p:cNvPr>
          <p:cNvSpPr/>
          <p:nvPr/>
        </p:nvSpPr>
        <p:spPr>
          <a:xfrm rot="600000" flipH="1">
            <a:off x="-1649873" y="1062043"/>
            <a:ext cx="10773296" cy="6645700"/>
          </a:xfrm>
          <a:prstGeom prst="roundRect">
            <a:avLst>
              <a:gd name="adj" fmla="val 5212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0F95EACA-52F9-62E2-1F57-026C21E9E40F}"/>
              </a:ext>
            </a:extLst>
          </p:cNvPr>
          <p:cNvSpPr/>
          <p:nvPr/>
        </p:nvSpPr>
        <p:spPr>
          <a:xfrm rot="600000" flipH="1">
            <a:off x="-6959018" y="-2429178"/>
            <a:ext cx="15795994" cy="5199283"/>
          </a:xfrm>
          <a:prstGeom prst="roundRect">
            <a:avLst>
              <a:gd name="adj" fmla="val 5212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60B553E8-3CC7-5CE4-D194-DBC5B1132AD3}"/>
              </a:ext>
            </a:extLst>
          </p:cNvPr>
          <p:cNvSpPr txBox="1"/>
          <p:nvPr/>
        </p:nvSpPr>
        <p:spPr>
          <a:xfrm>
            <a:off x="4843462" y="2251025"/>
            <a:ext cx="31892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6000" dirty="0">
                <a:solidFill>
                  <a:schemeClr val="bg1"/>
                </a:solidFill>
                <a:cs typeface="B Titr" panose="00000700000000000000" pitchFamily="2" charset="-78"/>
              </a:rPr>
              <a:t>مقدمه</a:t>
            </a:r>
            <a:endParaRPr lang="en-US" sz="60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6CF4A-049B-E901-9AF3-18E85EC9F069}"/>
              </a:ext>
            </a:extLst>
          </p:cNvPr>
          <p:cNvSpPr txBox="1"/>
          <p:nvPr/>
        </p:nvSpPr>
        <p:spPr>
          <a:xfrm>
            <a:off x="938979" y="4343740"/>
            <a:ext cx="6437258" cy="1358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در پروژه‌های نرم‌افزاری، چندین توسعه‌دهنده به‌صورت هم‌زمان روی بخش‌های مختلف کد کار می‌کنند.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پیش از ادغام تغییرات، باید کیفیت و صحت آن‌ها بررسی شود.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بازبینی کد به شناسایی خطاها، افزایش امنیت و بهبود خوانایی کمک می‌کند.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Bahnschrift" panose="020B0502040204020203" pitchFamily="34" charset="0"/>
                <a:cs typeface="B Nazanin" panose="00000400000000000000" pitchFamily="2" charset="-78"/>
              </a:rPr>
              <a:t>هدف این ارائه، بررسی اصول حرفه‌ای </a:t>
            </a:r>
            <a:r>
              <a:rPr lang="en-US" sz="1400" dirty="0">
                <a:solidFill>
                  <a:schemeClr val="bg1"/>
                </a:solidFill>
                <a:latin typeface="Bahnschrift" panose="020B0502040204020203" pitchFamily="34" charset="0"/>
                <a:cs typeface="B Nazanin" panose="00000400000000000000" pitchFamily="2" charset="-78"/>
              </a:rPr>
              <a:t>Code Review</a:t>
            </a:r>
            <a:r>
              <a:rPr lang="fa-IR" sz="1400" dirty="0">
                <a:solidFill>
                  <a:schemeClr val="bg1"/>
                </a:solidFill>
                <a:latin typeface="Bahnschrift" panose="020B0502040204020203" pitchFamily="34" charset="0"/>
                <a:cs typeface="B Nazanin" panose="00000400000000000000" pitchFamily="2" charset="-78"/>
              </a:rPr>
              <a:t>و نمایش یک نمونه عملی است.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B16208-2252-9B6D-BD9E-62E09C9757B2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7" name="Graphic 16">
            <a:hlinkClick r:id="rId3" action="ppaction://hlinksldjump"/>
            <a:extLst>
              <a:ext uri="{FF2B5EF4-FFF2-40B4-BE49-F238E27FC236}">
                <a16:creationId xmlns:a16="http://schemas.microsoft.com/office/drawing/2014/main" id="{67E11C91-7E4F-27BE-7527-7EB96B4AB0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ED4C39F-F142-019F-68DA-8E8EB4454F25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19" name="Graphic 18">
              <a:hlinkClick r:id="rId3" action="ppaction://hlinksldjump"/>
              <a:extLst>
                <a:ext uri="{FF2B5EF4-FFF2-40B4-BE49-F238E27FC236}">
                  <a16:creationId xmlns:a16="http://schemas.microsoft.com/office/drawing/2014/main" id="{4C08C418-20F1-A105-A2DE-AB8F44E055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20" name="Graphic 19">
              <a:hlinkClick r:id="rId6" action="ppaction://hlinksldjump"/>
              <a:extLst>
                <a:ext uri="{FF2B5EF4-FFF2-40B4-BE49-F238E27FC236}">
                  <a16:creationId xmlns:a16="http://schemas.microsoft.com/office/drawing/2014/main" id="{9E1FA8E2-C29E-F12B-4ECB-EDD910CEFA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AD65329-6A23-8ADD-D0C1-E0586F3B67E5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Slide Number Placeholder 262">
            <a:extLst>
              <a:ext uri="{FF2B5EF4-FFF2-40B4-BE49-F238E27FC236}">
                <a16:creationId xmlns:a16="http://schemas.microsoft.com/office/drawing/2014/main" id="{05365703-7BCC-3664-EA36-DFE9BA95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6084" y="1635033"/>
            <a:ext cx="490516" cy="365125"/>
          </a:xfrm>
        </p:spPr>
        <p:txBody>
          <a:bodyPr/>
          <a:lstStyle/>
          <a:p>
            <a:r>
              <a:rPr lang="fa-IR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866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9F006C62-D072-8E4D-5295-4C02BE2FCB20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BE005E7-372B-A25F-7E52-A28086F5C78C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4C59F43C-B4D9-3D47-05CF-9EF4F17B8518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B6BA0C8-4AD0-6EA4-A08F-B5B519643665}"/>
                  </a:ext>
                </a:extLst>
              </p:cNvPr>
              <p:cNvSpPr txBox="1"/>
              <p:nvPr/>
            </p:nvSpPr>
            <p:spPr>
              <a:xfrm>
                <a:off x="10525964" y="2035133"/>
                <a:ext cx="1529213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D9EA016-14F4-FECE-99B3-E3A4C55FD387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0D736E9C-51A1-59F0-596A-61FD6FF1ADEE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2D27B6A5-FE75-4B10-BD85-7AD298378598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9D0C78-B2D7-1614-43B6-93097847CC4F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584CFFC-5277-A3E4-5C7F-F5A9155758E0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9DE1146-A2E4-22DD-6493-B7414CDF62E4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077D83C-C79C-1149-75C0-6538440D4401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FAF6DAD4-C8E6-D806-5978-458DD8EB8508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0B113EF-AB87-42A4-B63C-15648394FD7C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B4428DB-CA46-6CB2-2330-241B0C5AF334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BDC2E4D7-32A3-9388-10E3-26FB58775B3D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ABDD61E-827B-C2CA-BF57-130DD581D35D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90A7EB4-0208-26CB-7C99-01FDD5DB44A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F454CF9E-CA59-4A27-4D45-2BFE5C1E8259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EF7349D-1B6A-8171-4389-7D29BE946D8E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00918D0-03D7-B682-868E-9989BF7C69D5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819DE78C-6E01-D3E6-2525-28B1AFD1CFC6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6A79EC-3065-B667-6BB5-133AC1927892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9076789-5012-934E-361D-946E7D08E6CC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B68331BD-D288-6B81-3FC0-571273E7A20C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D1BB6C9-96E7-90DC-5D68-08D2D583B30D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B2A2508-8897-8606-0601-14F1C2730AB3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9A43C084-B847-4664-7C4C-9689A34DE462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B2FA4ED-3F2D-ADA7-DEFE-A68804C597E6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A3CF101-7182-A1B3-29CB-C8FDA5705827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AFD563D-3C55-5631-D971-F3976AE866D2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2E6954-965B-CE5D-8844-A2BD2261F9FE}"/>
              </a:ext>
            </a:extLst>
          </p:cNvPr>
          <p:cNvSpPr txBox="1"/>
          <p:nvPr/>
        </p:nvSpPr>
        <p:spPr>
          <a:xfrm>
            <a:off x="10526132" y="3403446"/>
            <a:ext cx="15284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336EEAE-224E-D560-85D2-8F57DBBBE233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000E8A-2628-AA37-8B00-3BA2639E8F0B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14CAF13-478A-373E-988D-0CF4D5862EC2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147D275E-4BD7-8DBA-CB96-B00A909F9C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558EA201-3640-A52A-ACBA-A97F3A3FA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32A0A903-7C62-4726-8E81-C0794D6DD6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F50944D5-9FE2-6146-6024-216C4845DD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24596021-7D7E-596E-A366-F77B7A18EB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CF8CCE6A-922B-4F95-A91C-600A3D1382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EA9DD8-53B0-083D-94DE-AD8869583D04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102295F3-DCA1-D78B-9D05-6F8436264D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CBF87EAE-839E-FFEE-9D17-6882F9C54F63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D5810E6C-4AEF-5B6D-2D2A-A02B9FEDA4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5AB3DF82-F1F8-955E-DAA5-D786D2481C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B339399-C7BE-6DE5-DB61-5C75A3E94999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82970D-73FF-4164-CDF3-31814F7AE448}"/>
              </a:ext>
            </a:extLst>
          </p:cNvPr>
          <p:cNvSpPr txBox="1"/>
          <p:nvPr/>
        </p:nvSpPr>
        <p:spPr>
          <a:xfrm>
            <a:off x="4021792" y="363300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4000" dirty="0">
                <a:solidFill>
                  <a:schemeClr val="bg1"/>
                </a:solidFill>
                <a:cs typeface="B Titr" panose="00000700000000000000" pitchFamily="2" charset="-78"/>
              </a:rPr>
              <a:t>Code Review </a:t>
            </a:r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چیست؟</a:t>
            </a:r>
            <a:endParaRPr lang="en-US" sz="40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F0D78EC-62F5-8B84-C0E8-A32A2B0C3D45}"/>
              </a:ext>
            </a:extLst>
          </p:cNvPr>
          <p:cNvSpPr txBox="1"/>
          <p:nvPr/>
        </p:nvSpPr>
        <p:spPr>
          <a:xfrm>
            <a:off x="1129853" y="2554342"/>
            <a:ext cx="84312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b="1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اهداف اصلی</a:t>
            </a:r>
          </a:p>
          <a:p>
            <a:pPr algn="just" rtl="1"/>
            <a:endParaRPr lang="fa-IR" dirty="0">
              <a:solidFill>
                <a:schemeClr val="bg1"/>
              </a:solidFill>
              <a:latin typeface="A Hana" panose="00000400000000000000" pitchFamily="2" charset="-78"/>
              <a:cs typeface="B Nazanin" panose="00000400000000000000" pitchFamily="2" charset="-78"/>
            </a:endParaRPr>
          </a:p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شناسایی خطاهای برنامه‌نویسی</a:t>
            </a:r>
          </a:p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بررسی امنیت و عملکرد کد</a:t>
            </a:r>
          </a:p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افزایش خوانایی و قابلیت نگهداری</a:t>
            </a:r>
          </a:p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انتقال دانش میان اعضای تیم</a:t>
            </a:r>
          </a:p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جلوگیری از ورود مشکلات به نسخه نهایی نرم‌افزار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CBD6D-A216-1DBE-66B1-44B566E9280A}"/>
              </a:ext>
            </a:extLst>
          </p:cNvPr>
          <p:cNvSpPr txBox="1"/>
          <p:nvPr/>
        </p:nvSpPr>
        <p:spPr>
          <a:xfrm>
            <a:off x="1533754" y="1109012"/>
            <a:ext cx="10354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بازبینی کد فرایند بررسی تغییرات برنامه توسط یک یا چند توسعه‌دهنده، پیش از ادغام آن‌ها در شاخه اصلی پروژه است.</a:t>
            </a:r>
            <a:endParaRPr lang="en-US" sz="20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1AFDBD56-8F97-13C1-D1DC-79670B4D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2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94509A-DDDD-54BF-88EB-9945EAEBA6A1}"/>
              </a:ext>
            </a:extLst>
          </p:cNvPr>
          <p:cNvGrpSpPr/>
          <p:nvPr/>
        </p:nvGrpSpPr>
        <p:grpSpPr>
          <a:xfrm>
            <a:off x="774372" y="3685720"/>
            <a:ext cx="5011284" cy="2955195"/>
            <a:chOff x="1474671" y="2888006"/>
            <a:chExt cx="5316849" cy="3135388"/>
          </a:xfrm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F752E00-3A87-238F-03D0-632B2E2F2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55" b="2255"/>
            <a:stretch/>
          </p:blipFill>
          <p:spPr>
            <a:xfrm>
              <a:off x="2236304" y="3210340"/>
              <a:ext cx="3737113" cy="2395331"/>
            </a:xfrm>
            <a:custGeom>
              <a:avLst/>
              <a:gdLst>
                <a:gd name="connsiteX0" fmla="*/ 0 w 3737113"/>
                <a:gd name="connsiteY0" fmla="*/ 0 h 2395331"/>
                <a:gd name="connsiteX1" fmla="*/ 3737113 w 3737113"/>
                <a:gd name="connsiteY1" fmla="*/ 0 h 2395331"/>
                <a:gd name="connsiteX2" fmla="*/ 3737113 w 3737113"/>
                <a:gd name="connsiteY2" fmla="*/ 2395331 h 2395331"/>
                <a:gd name="connsiteX3" fmla="*/ 0 w 3737113"/>
                <a:gd name="connsiteY3" fmla="*/ 2395331 h 2395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7113" h="2395331">
                  <a:moveTo>
                    <a:pt x="0" y="0"/>
                  </a:moveTo>
                  <a:lnTo>
                    <a:pt x="3737113" y="0"/>
                  </a:lnTo>
                  <a:lnTo>
                    <a:pt x="3737113" y="2395331"/>
                  </a:lnTo>
                  <a:lnTo>
                    <a:pt x="0" y="2395331"/>
                  </a:lnTo>
                  <a:close/>
                </a:path>
              </a:pathLst>
            </a:cu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F5FC2D7-386E-4200-1898-02A8E2E1B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4671" y="2888006"/>
              <a:ext cx="5316849" cy="313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917862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DD461B-4D09-9AE6-FA56-86D7B52BA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>
            <a:extLst>
              <a:ext uri="{FF2B5EF4-FFF2-40B4-BE49-F238E27FC236}">
                <a16:creationId xmlns:a16="http://schemas.microsoft.com/office/drawing/2014/main" id="{64188A8C-1ED9-2728-6492-DD8581734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991" y="2724954"/>
            <a:ext cx="1719221" cy="646232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1F343654-434F-D98A-141F-262A4A79ADB0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E39B86D-7AD1-70B1-6C39-E57818B5AEB7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8218EE2E-FA8B-14E2-6972-4664D243A521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54485F9-7C12-C18F-FBED-7E4F5303DFC2}"/>
                  </a:ext>
                </a:extLst>
              </p:cNvPr>
              <p:cNvSpPr txBox="1"/>
              <p:nvPr/>
            </p:nvSpPr>
            <p:spPr>
              <a:xfrm>
                <a:off x="10574832" y="2035133"/>
                <a:ext cx="148034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499D8A06-963E-08A7-88AC-933879146131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8BC5974E-99CA-7F07-4D7C-232A44125735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382565E-71F2-8C48-BD71-1BC822D6336F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57C8613-BF97-C847-E2E9-E704E5ACD45E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B257AD2-4F17-69A3-2394-D6B06A6423F7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A53B5D6-7084-2950-AB47-F457006B0F5A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1EF29C-6740-3007-84FB-4C5B80EDF3E6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EFF4DCCA-FB7C-0F27-B809-5FD6E01415EC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3B9629B-46BF-F823-2EF4-1C8BF2B15F1E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01F97A2-7B73-67F1-1A12-F7FB0B2D2D05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3D7DEAA3-F66A-5FC6-F090-E8A6626326E7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8DA6858-57C5-D470-0E25-4E14C7E3E13E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83E2953-7DED-B9FF-322D-EFBC028B6E4A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90F5C4FD-B731-763C-8A67-2E7E9018AAB6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D7D038-0D85-75B6-A9C6-E5A90F45C9C1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0F44C02-0F1D-EAA5-01D8-2169A5CDCF35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B387A9E5-8C1D-F00A-F4DD-11C6BF135FC3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4EBC06A-CF3E-59F7-F1DF-6AE3E250F8B7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CCB8D12-CB12-96F5-205D-487BF13494B3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C39BA352-AA18-5C7F-5D06-9B81D7BD2885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B38E69C-EED9-C89A-A0EB-9EED8899AB7D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BF7236C-19B7-5487-3A59-F45CE06F04C0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7FB07DD4-82D7-B65B-35A2-5D6416D1DD39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BB21281-AB90-76FD-EDDC-909C42BE61AE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D13DD80-5168-70BE-79AE-58490AFE3283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F8836697-1425-281C-23A2-4186B82AB5F3}"/>
              </a:ext>
            </a:extLst>
          </p:cNvPr>
          <p:cNvSpPr txBox="1"/>
          <p:nvPr/>
        </p:nvSpPr>
        <p:spPr>
          <a:xfrm>
            <a:off x="10574832" y="2780845"/>
            <a:ext cx="1480007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2">
                    <a:lumMod val="10000"/>
                  </a:schemeClr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2">
                  <a:lumMod val="10000"/>
                </a:schemeClr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D57CA8-8D67-F759-2BA7-CCE4B1A2000E}"/>
              </a:ext>
            </a:extLst>
          </p:cNvPr>
          <p:cNvSpPr txBox="1"/>
          <p:nvPr/>
        </p:nvSpPr>
        <p:spPr>
          <a:xfrm>
            <a:off x="10526132" y="3403446"/>
            <a:ext cx="15284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33ED890-5EB6-A109-896C-362852416F10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A984AE0-B57B-BBA9-A7DB-9E7708228372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0A3D736-FA1C-3205-03D6-DEFB823BB180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FF31A795-A6F4-713E-AD83-040C263028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81192EB5-9A5F-DE9F-EE4A-C2AACD9BDD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2CE7ECD1-EDE4-C4C1-2B86-C1A6CDD3E8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C9A8F99E-53E2-25C8-402B-C72E65757A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3BF37317-AA91-D06E-C5E0-E022B37328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CEF6F95D-A784-2816-E10F-D086C78BC0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71A2991-265A-30DE-5B0A-3642EEBC7464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9" action="ppaction://hlinksldjump"/>
            <a:extLst>
              <a:ext uri="{FF2B5EF4-FFF2-40B4-BE49-F238E27FC236}">
                <a16:creationId xmlns:a16="http://schemas.microsoft.com/office/drawing/2014/main" id="{D79AEADF-6AA3-5116-969E-9B9C27C33C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696148C0-041C-D195-D328-4E090D12B9FF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1" action="ppaction://hlinksldjump"/>
              <a:extLst>
                <a:ext uri="{FF2B5EF4-FFF2-40B4-BE49-F238E27FC236}">
                  <a16:creationId xmlns:a16="http://schemas.microsoft.com/office/drawing/2014/main" id="{ED423BF1-42AE-C683-82D3-17DBBA18C7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3" action="ppaction://hlinksldjump"/>
              <a:extLst>
                <a:ext uri="{FF2B5EF4-FFF2-40B4-BE49-F238E27FC236}">
                  <a16:creationId xmlns:a16="http://schemas.microsoft.com/office/drawing/2014/main" id="{D6E34286-B5A5-3FB1-C4A7-88B1A6C215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0C4573D-D2E4-2EB1-DAE2-859B11604540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ACCA0E-DC20-2D6F-57E3-4BFFDF5B2202}"/>
              </a:ext>
            </a:extLst>
          </p:cNvPr>
          <p:cNvSpPr txBox="1"/>
          <p:nvPr/>
        </p:nvSpPr>
        <p:spPr>
          <a:xfrm>
            <a:off x="4021792" y="610801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اهمیت </a:t>
            </a:r>
            <a:r>
              <a:rPr lang="en-US" sz="4000" dirty="0">
                <a:solidFill>
                  <a:schemeClr val="bg1"/>
                </a:solidFill>
                <a:cs typeface="B Titr" panose="00000700000000000000" pitchFamily="2" charset="-78"/>
              </a:rPr>
              <a:t>Code Review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13E6724F-FA46-8100-A411-8599D579A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3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9E61C47-4017-21D6-720E-2F4ED4725970}"/>
              </a:ext>
            </a:extLst>
          </p:cNvPr>
          <p:cNvCxnSpPr/>
          <p:nvPr/>
        </p:nvCxnSpPr>
        <p:spPr>
          <a:xfrm>
            <a:off x="3863831" y="2909532"/>
            <a:ext cx="1073" cy="1512000"/>
          </a:xfrm>
          <a:prstGeom prst="line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F8BDDF5-2A18-61F6-B4DD-3C5CBB43C65A}"/>
              </a:ext>
            </a:extLst>
          </p:cNvPr>
          <p:cNvCxnSpPr/>
          <p:nvPr/>
        </p:nvCxnSpPr>
        <p:spPr>
          <a:xfrm>
            <a:off x="5462344" y="2909532"/>
            <a:ext cx="1073" cy="1512000"/>
          </a:xfrm>
          <a:prstGeom prst="line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DABEDB5-E1D5-CE76-F49F-9C2F925AB6DE}"/>
              </a:ext>
            </a:extLst>
          </p:cNvPr>
          <p:cNvCxnSpPr/>
          <p:nvPr/>
        </p:nvCxnSpPr>
        <p:spPr>
          <a:xfrm>
            <a:off x="7060857" y="2909532"/>
            <a:ext cx="1073" cy="151200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1B5C99-3ED6-ECD8-FCBB-E7E803FB5F9F}"/>
              </a:ext>
            </a:extLst>
          </p:cNvPr>
          <p:cNvCxnSpPr/>
          <p:nvPr/>
        </p:nvCxnSpPr>
        <p:spPr>
          <a:xfrm>
            <a:off x="8803384" y="2909532"/>
            <a:ext cx="0" cy="1512000"/>
          </a:xfrm>
          <a:prstGeom prst="line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DE4679C-AADF-E1CA-BE3B-F43D0C1878F9}"/>
              </a:ext>
            </a:extLst>
          </p:cNvPr>
          <p:cNvCxnSpPr/>
          <p:nvPr/>
        </p:nvCxnSpPr>
        <p:spPr>
          <a:xfrm>
            <a:off x="2265318" y="2909532"/>
            <a:ext cx="0" cy="1512000"/>
          </a:xfrm>
          <a:prstGeom prst="line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E6BD251-D011-1149-3BDD-01557EF83940}"/>
              </a:ext>
            </a:extLst>
          </p:cNvPr>
          <p:cNvCxnSpPr>
            <a:cxnSpLocks/>
            <a:endCxn id="99" idx="2"/>
          </p:cNvCxnSpPr>
          <p:nvPr/>
        </p:nvCxnSpPr>
        <p:spPr>
          <a:xfrm>
            <a:off x="903962" y="3754968"/>
            <a:ext cx="747156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D302307-8F9A-A331-AEB6-A7B5AA33C105}"/>
              </a:ext>
            </a:extLst>
          </p:cNvPr>
          <p:cNvGrpSpPr/>
          <p:nvPr/>
        </p:nvGrpSpPr>
        <p:grpSpPr>
          <a:xfrm>
            <a:off x="1725603" y="2579207"/>
            <a:ext cx="1079430" cy="360040"/>
            <a:chOff x="604227" y="3014852"/>
            <a:chExt cx="1079430" cy="360040"/>
          </a:xfrm>
        </p:grpSpPr>
        <p:sp>
          <p:nvSpPr>
            <p:cNvPr id="41" name="Rounded Rectangle 15">
              <a:extLst>
                <a:ext uri="{FF2B5EF4-FFF2-40B4-BE49-F238E27FC236}">
                  <a16:creationId xmlns:a16="http://schemas.microsoft.com/office/drawing/2014/main" id="{80D3E431-CE47-727A-E1DE-BBC5EAF99E31}"/>
                </a:ext>
              </a:extLst>
            </p:cNvPr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D5CB3B3-72BC-DCC2-3789-C0F09AAED4EC}"/>
                </a:ext>
              </a:extLst>
            </p:cNvPr>
            <p:cNvSpPr txBox="1"/>
            <p:nvPr/>
          </p:nvSpPr>
          <p:spPr>
            <a:xfrm>
              <a:off x="653019" y="3056242"/>
              <a:ext cx="947695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chemeClr val="bg1"/>
                  </a:solidFill>
                  <a:cs typeface="B Titr" panose="00000700000000000000" pitchFamily="2" charset="-78"/>
                </a:defRPr>
              </a:lvl1pPr>
            </a:lstStyle>
            <a:p>
              <a:r>
                <a:rPr lang="fa-IR" altLang="ko-KR" sz="1200" dirty="0"/>
                <a:t>افزایش کیفیت</a:t>
              </a:r>
              <a:endParaRPr lang="ko-KR" altLang="en-US" sz="12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3331272-193E-7FEA-3AE9-525CA594F063}"/>
              </a:ext>
            </a:extLst>
          </p:cNvPr>
          <p:cNvGrpSpPr/>
          <p:nvPr/>
        </p:nvGrpSpPr>
        <p:grpSpPr>
          <a:xfrm>
            <a:off x="3325189" y="2579207"/>
            <a:ext cx="1079430" cy="360040"/>
            <a:chOff x="604227" y="3014852"/>
            <a:chExt cx="1079430" cy="360040"/>
          </a:xfrm>
        </p:grpSpPr>
        <p:sp>
          <p:nvSpPr>
            <p:cNvPr id="44" name="Rounded Rectangle 18">
              <a:extLst>
                <a:ext uri="{FF2B5EF4-FFF2-40B4-BE49-F238E27FC236}">
                  <a16:creationId xmlns:a16="http://schemas.microsoft.com/office/drawing/2014/main" id="{36EFCC75-17B9-344A-414F-06B35E7CB57C}"/>
                </a:ext>
              </a:extLst>
            </p:cNvPr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CFA67D9-BEE5-ACEF-C6F9-2E23EE7F9567}"/>
                </a:ext>
              </a:extLst>
            </p:cNvPr>
            <p:cNvSpPr txBox="1"/>
            <p:nvPr/>
          </p:nvSpPr>
          <p:spPr>
            <a:xfrm>
              <a:off x="661005" y="3056242"/>
              <a:ext cx="928459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fa-IR" altLang="ko-KR" sz="1200" b="1" dirty="0">
                  <a:solidFill>
                    <a:schemeClr val="bg1"/>
                  </a:solidFill>
                  <a:cs typeface="B Titr" panose="00000700000000000000" pitchFamily="2" charset="-78"/>
                </a:rPr>
                <a:t>افزایش امنیت</a:t>
              </a:r>
              <a:endParaRPr lang="ko-KR" altLang="en-US" sz="1200" b="1" dirty="0">
                <a:solidFill>
                  <a:schemeClr val="bg1"/>
                </a:solidFill>
                <a:cs typeface="B Titr" panose="00000700000000000000" pitchFamily="2" charset="-78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1527C83-CB67-7ED6-C0BC-B920FAF75D07}"/>
              </a:ext>
            </a:extLst>
          </p:cNvPr>
          <p:cNvGrpSpPr/>
          <p:nvPr/>
        </p:nvGrpSpPr>
        <p:grpSpPr>
          <a:xfrm>
            <a:off x="4924775" y="2579207"/>
            <a:ext cx="1079430" cy="360040"/>
            <a:chOff x="604227" y="3014852"/>
            <a:chExt cx="1079430" cy="360040"/>
          </a:xfrm>
        </p:grpSpPr>
        <p:sp>
          <p:nvSpPr>
            <p:cNvPr id="47" name="Rounded Rectangle 21">
              <a:extLst>
                <a:ext uri="{FF2B5EF4-FFF2-40B4-BE49-F238E27FC236}">
                  <a16:creationId xmlns:a16="http://schemas.microsoft.com/office/drawing/2014/main" id="{0ECC9FE7-75EB-A2CC-EA09-008220FC9DFC}"/>
                </a:ext>
              </a:extLst>
            </p:cNvPr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BD5E46B-45D9-712A-97EC-355A566F0216}"/>
                </a:ext>
              </a:extLst>
            </p:cNvPr>
            <p:cNvSpPr txBox="1"/>
            <p:nvPr/>
          </p:nvSpPr>
          <p:spPr>
            <a:xfrm>
              <a:off x="680829" y="3056372"/>
              <a:ext cx="936475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fa-IR" altLang="ko-KR" sz="1200" b="1" dirty="0">
                  <a:solidFill>
                    <a:schemeClr val="bg1"/>
                  </a:solidFill>
                  <a:cs typeface="B Titr" panose="00000700000000000000" pitchFamily="2" charset="-78"/>
                </a:rPr>
                <a:t>بهبود همکاری</a:t>
              </a:r>
              <a:endParaRPr lang="ko-KR" altLang="en-US" sz="1200" b="1" dirty="0">
                <a:solidFill>
                  <a:schemeClr val="bg1"/>
                </a:solidFill>
                <a:cs typeface="B Titr" panose="00000700000000000000" pitchFamily="2" charset="-78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7CEEC49-25BE-F958-6857-B15EB0A5F1A9}"/>
              </a:ext>
            </a:extLst>
          </p:cNvPr>
          <p:cNvGrpSpPr/>
          <p:nvPr/>
        </p:nvGrpSpPr>
        <p:grpSpPr>
          <a:xfrm>
            <a:off x="6524362" y="2568768"/>
            <a:ext cx="1079430" cy="360040"/>
            <a:chOff x="604227" y="3014852"/>
            <a:chExt cx="1079430" cy="360040"/>
          </a:xfrm>
        </p:grpSpPr>
        <p:sp>
          <p:nvSpPr>
            <p:cNvPr id="65" name="Rounded Rectangle 24">
              <a:extLst>
                <a:ext uri="{FF2B5EF4-FFF2-40B4-BE49-F238E27FC236}">
                  <a16:creationId xmlns:a16="http://schemas.microsoft.com/office/drawing/2014/main" id="{2C4F45BC-3C49-1CC6-8B2A-AFF80D22F0A9}"/>
                </a:ext>
              </a:extLst>
            </p:cNvPr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D362C9B-093A-E4A4-829D-84039B66BE8D}"/>
                </a:ext>
              </a:extLst>
            </p:cNvPr>
            <p:cNvSpPr txBox="1"/>
            <p:nvPr/>
          </p:nvSpPr>
          <p:spPr>
            <a:xfrm>
              <a:off x="652254" y="3056372"/>
              <a:ext cx="976549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fa-IR" altLang="ko-KR" sz="1200" b="1" dirty="0">
                  <a:solidFill>
                    <a:schemeClr val="bg1"/>
                  </a:solidFill>
                  <a:cs typeface="B Titr" panose="00000700000000000000" pitchFamily="2" charset="-78"/>
                </a:rPr>
                <a:t>کاهش هزینه‌ها</a:t>
              </a:r>
              <a:endParaRPr lang="ko-KR" altLang="en-US" sz="1200" b="1" dirty="0">
                <a:solidFill>
                  <a:schemeClr val="bg1"/>
                </a:solidFill>
                <a:cs typeface="B Titr" panose="00000700000000000000" pitchFamily="2" charset="-78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62F2AF2-838B-E204-2D27-F6F9011FD3F9}"/>
              </a:ext>
            </a:extLst>
          </p:cNvPr>
          <p:cNvGrpSpPr/>
          <p:nvPr/>
        </p:nvGrpSpPr>
        <p:grpSpPr>
          <a:xfrm>
            <a:off x="8263669" y="2579207"/>
            <a:ext cx="1079430" cy="360040"/>
            <a:chOff x="604227" y="3014852"/>
            <a:chExt cx="1079430" cy="360040"/>
          </a:xfrm>
        </p:grpSpPr>
        <p:sp>
          <p:nvSpPr>
            <p:cNvPr id="81" name="Rounded Rectangle 27">
              <a:extLst>
                <a:ext uri="{FF2B5EF4-FFF2-40B4-BE49-F238E27FC236}">
                  <a16:creationId xmlns:a16="http://schemas.microsoft.com/office/drawing/2014/main" id="{B7A430B8-1714-E0FB-FDC5-CA5028A035E8}"/>
                </a:ext>
              </a:extLst>
            </p:cNvPr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322C71D-BB4A-9D6F-B15F-66F694DA5DC0}"/>
                </a:ext>
              </a:extLst>
            </p:cNvPr>
            <p:cNvSpPr txBox="1"/>
            <p:nvPr/>
          </p:nvSpPr>
          <p:spPr>
            <a:xfrm>
              <a:off x="690354" y="3056372"/>
              <a:ext cx="925253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fa-IR" altLang="ko-KR" sz="1200" b="1" dirty="0">
                  <a:solidFill>
                    <a:schemeClr val="accent1"/>
                  </a:solidFill>
                  <a:cs typeface="B Titr" panose="00000700000000000000" pitchFamily="2" charset="-78"/>
                </a:rPr>
                <a:t>یکپارچگی کد</a:t>
              </a:r>
              <a:endParaRPr lang="ko-KR" altLang="en-US" sz="1200" b="1" dirty="0">
                <a:solidFill>
                  <a:schemeClr val="accent1"/>
                </a:solidFill>
                <a:cs typeface="B Titr" panose="00000700000000000000" pitchFamily="2" charset="-78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642FB32-5D9C-D3BB-34D3-7A889BA1190F}"/>
              </a:ext>
            </a:extLst>
          </p:cNvPr>
          <p:cNvGrpSpPr/>
          <p:nvPr/>
        </p:nvGrpSpPr>
        <p:grpSpPr>
          <a:xfrm>
            <a:off x="1905278" y="3359046"/>
            <a:ext cx="720080" cy="720080"/>
            <a:chOff x="1905278" y="3987696"/>
            <a:chExt cx="720080" cy="720080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59EB38B-E60B-7CEC-586E-4210930F53E0}"/>
                </a:ext>
              </a:extLst>
            </p:cNvPr>
            <p:cNvSpPr/>
            <p:nvPr/>
          </p:nvSpPr>
          <p:spPr>
            <a:xfrm>
              <a:off x="1905278" y="3987696"/>
              <a:ext cx="720080" cy="720080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pic>
          <p:nvPicPr>
            <p:cNvPr id="85" name="Graphic 84">
              <a:extLst>
                <a:ext uri="{FF2B5EF4-FFF2-40B4-BE49-F238E27FC236}">
                  <a16:creationId xmlns:a16="http://schemas.microsoft.com/office/drawing/2014/main" id="{FBDFEE32-A80E-293D-64C3-DABA5D7F2E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151824" y="4183450"/>
              <a:ext cx="265974" cy="325079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87EC26D-F732-6135-FADC-B5B9ED16952F}"/>
              </a:ext>
            </a:extLst>
          </p:cNvPr>
          <p:cNvGrpSpPr/>
          <p:nvPr/>
        </p:nvGrpSpPr>
        <p:grpSpPr>
          <a:xfrm>
            <a:off x="3503791" y="3359046"/>
            <a:ext cx="720080" cy="720080"/>
            <a:chOff x="3503791" y="3987696"/>
            <a:chExt cx="720080" cy="720080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152F412-948B-480C-8288-4263070B7B9A}"/>
                </a:ext>
              </a:extLst>
            </p:cNvPr>
            <p:cNvSpPr/>
            <p:nvPr/>
          </p:nvSpPr>
          <p:spPr>
            <a:xfrm>
              <a:off x="3503791" y="3987696"/>
              <a:ext cx="720080" cy="720080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pic>
          <p:nvPicPr>
            <p:cNvPr id="91" name="Graphic 90">
              <a:extLst>
                <a:ext uri="{FF2B5EF4-FFF2-40B4-BE49-F238E27FC236}">
                  <a16:creationId xmlns:a16="http://schemas.microsoft.com/office/drawing/2014/main" id="{86E7D46C-A976-A356-6DFF-AC8BAEFD05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682010" y="4183450"/>
              <a:ext cx="325079" cy="265974"/>
            </a:xfrm>
            <a:prstGeom prst="rect">
              <a:avLst/>
            </a:prstGeom>
          </p:spPr>
        </p:pic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2F5EB32-0A99-ACC2-0CFC-8E5D36439A92}"/>
              </a:ext>
            </a:extLst>
          </p:cNvPr>
          <p:cNvGrpSpPr/>
          <p:nvPr/>
        </p:nvGrpSpPr>
        <p:grpSpPr>
          <a:xfrm>
            <a:off x="5102304" y="3359046"/>
            <a:ext cx="720080" cy="720080"/>
            <a:chOff x="5102304" y="3987696"/>
            <a:chExt cx="720080" cy="720080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AD10826-3982-4A84-FEF3-8891822B0783}"/>
                </a:ext>
              </a:extLst>
            </p:cNvPr>
            <p:cNvSpPr/>
            <p:nvPr/>
          </p:nvSpPr>
          <p:spPr>
            <a:xfrm>
              <a:off x="5102304" y="3987696"/>
              <a:ext cx="720080" cy="720080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pic>
          <p:nvPicPr>
            <p:cNvPr id="94" name="Graphic 93">
              <a:extLst>
                <a:ext uri="{FF2B5EF4-FFF2-40B4-BE49-F238E27FC236}">
                  <a16:creationId xmlns:a16="http://schemas.microsoft.com/office/drawing/2014/main" id="{5A2FF4C7-1271-3E69-6EB0-A5E35989FC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315113" y="4185195"/>
              <a:ext cx="325079" cy="325079"/>
            </a:xfrm>
            <a:prstGeom prst="rect">
              <a:avLst/>
            </a:prstGeom>
          </p:spPr>
        </p:pic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FF35421-157D-B6C0-87AE-D2EF0FF60B01}"/>
              </a:ext>
            </a:extLst>
          </p:cNvPr>
          <p:cNvGrpSpPr/>
          <p:nvPr/>
        </p:nvGrpSpPr>
        <p:grpSpPr>
          <a:xfrm>
            <a:off x="6700817" y="3359046"/>
            <a:ext cx="720080" cy="720080"/>
            <a:chOff x="6700817" y="3987696"/>
            <a:chExt cx="720080" cy="720080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7D6BBCEB-4C9C-6C45-36CF-36F8568E1A0A}"/>
                </a:ext>
              </a:extLst>
            </p:cNvPr>
            <p:cNvSpPr/>
            <p:nvPr/>
          </p:nvSpPr>
          <p:spPr>
            <a:xfrm>
              <a:off x="6700817" y="3987696"/>
              <a:ext cx="720080" cy="720080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97" name="Graphic 96">
              <a:extLst>
                <a:ext uri="{FF2B5EF4-FFF2-40B4-BE49-F238E27FC236}">
                  <a16:creationId xmlns:a16="http://schemas.microsoft.com/office/drawing/2014/main" id="{476550CC-E01B-B135-B2B8-6432C7DB99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935926" y="4185196"/>
              <a:ext cx="265974" cy="325079"/>
            </a:xfrm>
            <a:prstGeom prst="rect">
              <a:avLst/>
            </a:prstGeom>
          </p:spPr>
        </p:pic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82C062B-6190-0CD0-3290-E059C1DBAA3A}"/>
              </a:ext>
            </a:extLst>
          </p:cNvPr>
          <p:cNvGrpSpPr/>
          <p:nvPr/>
        </p:nvGrpSpPr>
        <p:grpSpPr>
          <a:xfrm>
            <a:off x="8375528" y="3334419"/>
            <a:ext cx="841097" cy="841097"/>
            <a:chOff x="8299328" y="3843680"/>
            <a:chExt cx="1008112" cy="1008112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07456AFB-7B13-9729-704A-0D11D11632FC}"/>
                </a:ext>
              </a:extLst>
            </p:cNvPr>
            <p:cNvSpPr/>
            <p:nvPr/>
          </p:nvSpPr>
          <p:spPr>
            <a:xfrm>
              <a:off x="8299328" y="3843680"/>
              <a:ext cx="1008112" cy="100811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00" name="Graphic 99">
              <a:extLst>
                <a:ext uri="{FF2B5EF4-FFF2-40B4-BE49-F238E27FC236}">
                  <a16:creationId xmlns:a16="http://schemas.microsoft.com/office/drawing/2014/main" id="{9CADA599-C76D-D24B-E3B3-53DF325A7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206" y="4018453"/>
              <a:ext cx="666678" cy="666678"/>
            </a:xfrm>
            <a:prstGeom prst="rect">
              <a:avLst/>
            </a:prstGeom>
          </p:spPr>
        </p:pic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D4B590DF-511F-DB1E-D833-9D64008DF1C9}"/>
              </a:ext>
            </a:extLst>
          </p:cNvPr>
          <p:cNvSpPr txBox="1"/>
          <p:nvPr/>
        </p:nvSpPr>
        <p:spPr>
          <a:xfrm>
            <a:off x="1560613" y="4537783"/>
            <a:ext cx="1385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chemeClr val="bg1"/>
                </a:solidFill>
                <a:cs typeface="B Kamran" panose="00000400000000000000" pitchFamily="2" charset="-78"/>
              </a:rPr>
              <a:t>شناسایی مشکلات پیش از انتشار</a:t>
            </a:r>
            <a:endParaRPr lang="en-US" dirty="0">
              <a:solidFill>
                <a:schemeClr val="bg1"/>
              </a:solidFill>
              <a:cs typeface="B Kamran" panose="00000400000000000000" pitchFamily="2" charset="-78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11303A3-D8EA-CD9B-B425-1834BFF3D4D5}"/>
              </a:ext>
            </a:extLst>
          </p:cNvPr>
          <p:cNvSpPr txBox="1"/>
          <p:nvPr/>
        </p:nvSpPr>
        <p:spPr>
          <a:xfrm>
            <a:off x="3173773" y="4537783"/>
            <a:ext cx="1385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chemeClr val="bg1"/>
                </a:solidFill>
                <a:cs typeface="B Kamran" panose="00000400000000000000" pitchFamily="2" charset="-78"/>
              </a:rPr>
              <a:t>بررسی ورودی‌ها، دسترسی‌ها و اطلاعات حساس</a:t>
            </a:r>
            <a:endParaRPr lang="en-US" dirty="0">
              <a:solidFill>
                <a:schemeClr val="bg1"/>
              </a:solidFill>
              <a:cs typeface="B Kamran" panose="00000400000000000000" pitchFamily="2" charset="-78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D36B521-52E0-3925-3A48-9E24280741CA}"/>
              </a:ext>
            </a:extLst>
          </p:cNvPr>
          <p:cNvSpPr txBox="1"/>
          <p:nvPr/>
        </p:nvSpPr>
        <p:spPr>
          <a:xfrm>
            <a:off x="4774757" y="4537783"/>
            <a:ext cx="1385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chemeClr val="bg1"/>
                </a:solidFill>
                <a:cs typeface="B Kamran" panose="00000400000000000000" pitchFamily="2" charset="-78"/>
              </a:rPr>
              <a:t>انتقال تجربه میان اعضای تیم</a:t>
            </a:r>
          </a:p>
          <a:p>
            <a:pPr algn="ctr" rtl="1"/>
            <a:endParaRPr lang="en-US" dirty="0">
              <a:solidFill>
                <a:schemeClr val="bg1"/>
              </a:solidFill>
              <a:cs typeface="B Kamran" panose="00000400000000000000" pitchFamily="2" charset="-78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3CBF230-9938-D8A5-2E50-EA1198B4B8F4}"/>
              </a:ext>
            </a:extLst>
          </p:cNvPr>
          <p:cNvSpPr txBox="1"/>
          <p:nvPr/>
        </p:nvSpPr>
        <p:spPr>
          <a:xfrm>
            <a:off x="6378855" y="4537783"/>
            <a:ext cx="1385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chemeClr val="bg1"/>
                </a:solidFill>
                <a:cs typeface="B Kamran" panose="00000400000000000000" pitchFamily="2" charset="-78"/>
              </a:rPr>
              <a:t>رفع زودهنگام خطاها</a:t>
            </a:r>
            <a:endParaRPr lang="en-US" dirty="0">
              <a:solidFill>
                <a:schemeClr val="bg1"/>
              </a:solidFill>
              <a:cs typeface="B Kamran" panose="00000400000000000000" pitchFamily="2" charset="-78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8810943-3CA7-62D4-2027-ABCF8946B0BD}"/>
              </a:ext>
            </a:extLst>
          </p:cNvPr>
          <p:cNvSpPr txBox="1"/>
          <p:nvPr/>
        </p:nvSpPr>
        <p:spPr>
          <a:xfrm>
            <a:off x="8119462" y="4537783"/>
            <a:ext cx="1385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chemeClr val="bg1"/>
                </a:solidFill>
                <a:cs typeface="B Kamran" panose="00000400000000000000" pitchFamily="2" charset="-78"/>
              </a:rPr>
              <a:t>رعایت استانداردهای مشترک پروژه</a:t>
            </a:r>
            <a:endParaRPr lang="en-US" dirty="0">
              <a:solidFill>
                <a:schemeClr val="bg1"/>
              </a:solidFill>
              <a:cs typeface="B Kamra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0420135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102" grpId="0"/>
      <p:bldP spid="105" grpId="0"/>
      <p:bldP spid="108" grpId="0"/>
      <p:bldP spid="111" grpId="0"/>
      <p:bldP spid="1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C33AF4-073D-365C-7FF5-E7FA8B561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720904A3-3582-0FE5-2EB1-27049422C9B6}"/>
              </a:ext>
            </a:extLst>
          </p:cNvPr>
          <p:cNvSpPr/>
          <p:nvPr/>
        </p:nvSpPr>
        <p:spPr>
          <a:xfrm rot="16200000">
            <a:off x="11009316" y="2205353"/>
            <a:ext cx="647701" cy="1717672"/>
          </a:xfrm>
          <a:prstGeom prst="round2Same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1707DC0-2556-C0B9-3F9C-99078EB2639F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6AF7717-802D-000D-799E-E408EF7AAF1B}"/>
                </a:ext>
              </a:extLst>
            </p:cNvPr>
            <p:cNvGrpSpPr/>
            <p:nvPr/>
          </p:nvGrpSpPr>
          <p:grpSpPr>
            <a:xfrm>
              <a:off x="10457632" y="1992838"/>
              <a:ext cx="1734369" cy="647701"/>
              <a:chOff x="10457632" y="1992838"/>
              <a:chExt cx="1734369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72E85953-19B0-9E49-39BA-6C93C30C04ED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5C213D0-1B90-0799-DE27-9F08FAC0B30E}"/>
                  </a:ext>
                </a:extLst>
              </p:cNvPr>
              <p:cNvSpPr txBox="1"/>
              <p:nvPr/>
            </p:nvSpPr>
            <p:spPr>
              <a:xfrm>
                <a:off x="10457632" y="2054227"/>
                <a:ext cx="1529213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967F2B5-D485-D0E0-6825-D957A4B64F23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54CBBFBA-1263-D75F-CE2A-7080139D4ABC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BC7924D-A7A4-243C-0C35-3CEA91845EE7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B08BB44-B3AB-2AC0-E645-E49BC8449ACE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5710565-EDCF-4862-891A-1C2D1D03CD7C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5A6D3BB-529B-7D81-1F8C-E7F73A1D650C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98FB2A8-0F3E-8C80-3F97-4546C60F393E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AEE4AE11-37D3-751D-73BC-1DFCA960BCEB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45269C0-174E-F216-FBC8-4AC1538B334F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DF67B55-E347-73B7-6E03-9F7CA8EE8AB2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09ABCA2C-0CC7-BA35-E871-F9DB65EACC40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D3518EF-1A7B-23D1-7970-97D74CEA05C0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7B3BA02-5AFD-EEE6-9E21-8B45A7E54EA1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1ECFF518-B9C3-E271-5634-72C205F1645A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14F8853-F2F5-EE25-1DF2-67A6844100AD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63BBE99-A0D7-29F8-B2BB-14621ACEC3F1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C601E28F-7A6F-E004-1A52-8EDC5EF0FD65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BB29175-6611-D0E0-E062-E6200B75589F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D2EC6D2-B6D9-7F19-FDC5-429D5F487823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F0B25D64-35D8-66D4-D0AF-FE2A5B2115D8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64E6F94-C884-6362-E043-AC9B400D328C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46C28F1-E31A-6CE9-BA76-0B3F674C681B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64706788-6B98-F148-A379-D1C2F9FC6B54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F86E5B3-66FD-039B-CA25-BE936C5CC0CB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36D9253-B5F5-4B6D-154B-6F5215876E19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3B153F3-269B-8DF5-CB33-39FDB03F33BA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2">
                    <a:lumMod val="10000"/>
                  </a:schemeClr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2">
                  <a:lumMod val="10000"/>
                </a:schemeClr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22D5C04-654C-CAE4-3DF0-A7515F5933E4}"/>
              </a:ext>
            </a:extLst>
          </p:cNvPr>
          <p:cNvSpPr txBox="1"/>
          <p:nvPr/>
        </p:nvSpPr>
        <p:spPr>
          <a:xfrm>
            <a:off x="10526132" y="3403446"/>
            <a:ext cx="15284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C891A7-4EF6-84FA-1454-A50A866A5920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FB7BFC5-E8B2-424A-00BD-A1FACAC9A15F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F977D48-2CB5-ED89-9758-6C05BDFFFBBC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55692162-B92C-D7D6-3443-BB19869F2D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6C33AD3B-FF95-0135-A12D-E2F0D69B7E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5F2508DF-639F-5A8B-7D29-AB0152CD4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AD572C96-B66C-492C-3A89-0287FA3CE6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F8C20755-C5BB-7938-3D59-2E4929CF4D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6E645D7A-6157-1922-797B-CA66901691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791C106-580C-9265-A61A-539CA5B57548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45C65019-EDCB-49CD-2510-C85F6122FC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BEA5F0C7-68DA-9694-BA80-9B218C174B83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CF157551-74D1-8F22-2456-9B3BC89100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259EF248-3F95-E728-E10E-38B373CA1E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B8F4DEE-6048-BEF8-8CEF-B7F800AED0C5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CAD5C0-B99B-6971-FE36-AC12443CB0DA}"/>
              </a:ext>
            </a:extLst>
          </p:cNvPr>
          <p:cNvSpPr txBox="1"/>
          <p:nvPr/>
        </p:nvSpPr>
        <p:spPr>
          <a:xfrm>
            <a:off x="4021792" y="363300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فرهنگ بازبینی حرفه‌ای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DE21A1-3143-25CB-1EF3-F8A3E0710B65}"/>
              </a:ext>
            </a:extLst>
          </p:cNvPr>
          <p:cNvSpPr txBox="1"/>
          <p:nvPr/>
        </p:nvSpPr>
        <p:spPr>
          <a:xfrm>
            <a:off x="1054428" y="2059140"/>
            <a:ext cx="8431271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2000" b="1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اصول یک بازبینی مؤثر:</a:t>
            </a:r>
          </a:p>
          <a:p>
            <a:pPr algn="just" rtl="1"/>
            <a:endParaRPr lang="fa-IR" b="1" dirty="0">
              <a:solidFill>
                <a:schemeClr val="bg1"/>
              </a:solidFill>
              <a:latin typeface="A Hana" panose="00000400000000000000" pitchFamily="2" charset="-78"/>
              <a:cs typeface="B Nazanin" panose="00000400000000000000" pitchFamily="2" charset="-78"/>
            </a:endParaRPr>
          </a:p>
          <a:p>
            <a:pPr marL="285750" indent="-285750" algn="just" rtl="1"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تمرکز بر کد، نه شخصیت برنامه‌نویس</a:t>
            </a:r>
          </a:p>
          <a:p>
            <a:pPr marL="285750" indent="-285750" algn="just" rtl="1"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ارائه بازخورد محترمانه و دقیق</a:t>
            </a:r>
          </a:p>
          <a:p>
            <a:pPr marL="285750" indent="-285750" algn="just" rtl="1"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توضیح دلیل هر ایراد</a:t>
            </a:r>
          </a:p>
          <a:p>
            <a:pPr marL="285750" indent="-285750" algn="just" rtl="1"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پیشنهاد راه‌حل در صورت امکان</a:t>
            </a:r>
          </a:p>
          <a:p>
            <a:pPr marL="285750" indent="-285750" algn="just" rtl="1"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پذیرش نقد و گفت‌وگوی فنی</a:t>
            </a:r>
          </a:p>
          <a:p>
            <a:pPr marL="285750" indent="-285750" algn="just" rtl="1">
              <a:buFont typeface="Courier New" panose="02070309020205020404" pitchFamily="49" charset="0"/>
              <a:buChar char="o"/>
            </a:pPr>
            <a:r>
              <a:rPr lang="fa-IR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اولویت دادن به کیفیت محصول و همکاری تیمی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E5CE8772-9006-2462-7E93-83670C73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4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EC234E-5AAB-9276-F77E-9BE80DD9CCEA}"/>
              </a:ext>
            </a:extLst>
          </p:cNvPr>
          <p:cNvGrpSpPr/>
          <p:nvPr/>
        </p:nvGrpSpPr>
        <p:grpSpPr>
          <a:xfrm>
            <a:off x="736600" y="3686697"/>
            <a:ext cx="5011284" cy="2955195"/>
            <a:chOff x="1434596" y="2878766"/>
            <a:chExt cx="5316849" cy="3135388"/>
          </a:xfrm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3B1302A-C56D-5AC2-AECE-202BD7007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55" b="2255"/>
            <a:stretch/>
          </p:blipFill>
          <p:spPr>
            <a:xfrm>
              <a:off x="2236304" y="3210340"/>
              <a:ext cx="3737113" cy="2395331"/>
            </a:xfrm>
            <a:custGeom>
              <a:avLst/>
              <a:gdLst>
                <a:gd name="connsiteX0" fmla="*/ 0 w 3737113"/>
                <a:gd name="connsiteY0" fmla="*/ 0 h 2395331"/>
                <a:gd name="connsiteX1" fmla="*/ 3737113 w 3737113"/>
                <a:gd name="connsiteY1" fmla="*/ 0 h 2395331"/>
                <a:gd name="connsiteX2" fmla="*/ 3737113 w 3737113"/>
                <a:gd name="connsiteY2" fmla="*/ 2395331 h 2395331"/>
                <a:gd name="connsiteX3" fmla="*/ 0 w 3737113"/>
                <a:gd name="connsiteY3" fmla="*/ 2395331 h 2395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7113" h="2395331">
                  <a:moveTo>
                    <a:pt x="0" y="0"/>
                  </a:moveTo>
                  <a:lnTo>
                    <a:pt x="3737113" y="0"/>
                  </a:lnTo>
                  <a:lnTo>
                    <a:pt x="3737113" y="2395331"/>
                  </a:lnTo>
                  <a:lnTo>
                    <a:pt x="0" y="2395331"/>
                  </a:lnTo>
                  <a:close/>
                </a:path>
              </a:pathLst>
            </a:cu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34BC9C3-E0BD-91E2-FB30-E42A0B574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4596" y="2878766"/>
              <a:ext cx="5316849" cy="313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201710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0EC19E-1ABA-9FE7-DFC3-41C578306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BDDDB31A-3CE3-F2C6-4129-DCBF3D25C299}"/>
              </a:ext>
            </a:extLst>
          </p:cNvPr>
          <p:cNvSpPr/>
          <p:nvPr/>
        </p:nvSpPr>
        <p:spPr>
          <a:xfrm rot="16200000">
            <a:off x="11009317" y="2943889"/>
            <a:ext cx="647701" cy="1717672"/>
          </a:xfrm>
          <a:prstGeom prst="round2Same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E1940F2-B8A7-0ED2-4D8A-3CF66D74A8C4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24B3F44F-8F67-B932-141E-4AF0C6005F5F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FA74F0A7-699F-DB40-4786-0D01D6FD0354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9527C2C-FE00-4516-1BCA-036E80376A5E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DB2B5DAF-3A6B-C5C2-9AEC-C45B236313B9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3986C5E1-70D9-5B4E-66F8-BB02FD0994C3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CCDCE6A-5211-7247-745B-A9341CEDC5AB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681A766-03B1-581A-3172-43B9683640D9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2EC76EE-89AC-28D4-6815-1C886EE4BB94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98A166-9495-A904-C204-4FFAFDF9C30F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E0C24AF-97C1-38F3-BEDD-A4265781C237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65BD63D7-0F51-874F-29EF-8FDDD8C3DE4A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0EFBF0C-589A-50CF-8084-51E34EB8AFC6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59E6627-C07D-1936-072A-71B932CC235C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8253BC7D-C11F-2C06-7590-43854E7703A8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185D404-DA46-56A9-255E-7485C33A42B0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1362C3B-D4F7-B5AF-3DE4-017718ABAA95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63D5D7CD-4B1F-7107-2400-B1E900800402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A284914-B04C-3368-1E25-D9881BA54D56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C327A9D-7452-48DC-9729-75C4F1801238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A2873169-0E29-8FDC-8BFB-F2D5248ED877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ED0F5D3-8C53-EFEC-5910-49D9AEB45ED4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928016E-21EE-E368-EA75-4C954757D778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0EFB2267-298A-7185-A2DF-C90BB20F13AF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0773688-5AC4-F143-250F-E5AC6E8B70E9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D43A5F7-1A04-411D-4F14-F1022CBC724C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EBA18014-0993-DE80-DC01-10ED7ED9111C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8F7E29A-827C-0ECE-5744-EDB664437801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9E3CCE-EB82-A501-35BA-1592371F10E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001D31EC-0AE6-8CE6-45DB-B49FDA935633}"/>
              </a:ext>
            </a:extLst>
          </p:cNvPr>
          <p:cNvSpPr txBox="1"/>
          <p:nvPr/>
        </p:nvSpPr>
        <p:spPr>
          <a:xfrm>
            <a:off x="10525288" y="2780845"/>
            <a:ext cx="1529552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949FCB-4E82-7611-66EB-3CE9E0208DAC}"/>
              </a:ext>
            </a:extLst>
          </p:cNvPr>
          <p:cNvSpPr txBox="1"/>
          <p:nvPr/>
        </p:nvSpPr>
        <p:spPr>
          <a:xfrm>
            <a:off x="10562860" y="3526557"/>
            <a:ext cx="1645816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9438C61-349E-F8E3-EB9B-23D4C88A85BE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7F35617-5811-79D8-DD3D-A073F5091981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E17750C-AE24-2936-DABB-693FB28989E2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AE53B238-13EB-EEEC-E3CF-2D4D381C88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4C752152-48A9-B306-9397-6782FE6E56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720CF5FF-70C2-7AD0-45C2-347B70B44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45832CFF-ACC1-FA56-C784-1EEAF794D5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0880BE06-2E19-E1CA-3E28-65874A7454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DC041EC7-0D17-94D8-48D8-64390522BE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E26E2E9-18A1-9C85-7BB9-CA9E635610FD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EA90A803-6E92-7218-2AA7-484701AA61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94B72E2E-E735-14B0-7CD4-6B43CFF9D406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80DFC3-0664-68A8-EFB5-5935F74D75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655AFD1D-D987-DE84-7431-979C4CDB9D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B695583-9B49-5C7F-9D6C-CB9452A60463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22923C-8855-4900-FE26-9185B4B8946D}"/>
              </a:ext>
            </a:extLst>
          </p:cNvPr>
          <p:cNvSpPr txBox="1"/>
          <p:nvPr/>
        </p:nvSpPr>
        <p:spPr>
          <a:xfrm>
            <a:off x="4021792" y="363300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چه چیزهایی را بررسی کنیم؟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5252E38-1672-BC08-C0A3-538D033311A3}"/>
              </a:ext>
            </a:extLst>
          </p:cNvPr>
          <p:cNvSpPr txBox="1"/>
          <p:nvPr/>
        </p:nvSpPr>
        <p:spPr>
          <a:xfrm>
            <a:off x="1059813" y="2202487"/>
            <a:ext cx="8431271" cy="3347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rtl="1">
              <a:lnSpc>
                <a:spcPct val="200000"/>
              </a:lnSpc>
              <a:buFont typeface="+mj-lt"/>
              <a:buAutoNum type="arabicPeriod"/>
            </a:pP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صحت عملکرد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(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Correctness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: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آیا کد نیازمندی را برآورده می‌کند؟</a:t>
            </a:r>
          </a:p>
          <a:p>
            <a:pPr marL="342900" indent="-342900" algn="just" rtl="1">
              <a:lnSpc>
                <a:spcPct val="200000"/>
              </a:lnSpc>
              <a:buFont typeface="+mj-lt"/>
              <a:buAutoNum type="arabicPeriod"/>
            </a:pP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امنیت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(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Security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: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آیا ورودی‌ها و دسترسی‌ها به‌درستی بررسی شده‌اند؟</a:t>
            </a:r>
          </a:p>
          <a:p>
            <a:pPr marL="342900" indent="-342900" algn="just" rtl="1">
              <a:lnSpc>
                <a:spcPct val="200000"/>
              </a:lnSpc>
              <a:buFont typeface="+mj-lt"/>
              <a:buAutoNum type="arabicPeriod"/>
            </a:pP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خوانایی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(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Readability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: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آیا کد قابل فهم است؟</a:t>
            </a:r>
          </a:p>
          <a:p>
            <a:pPr marL="342900" indent="-342900" algn="just" rtl="1">
              <a:lnSpc>
                <a:spcPct val="200000"/>
              </a:lnSpc>
              <a:buFont typeface="+mj-lt"/>
              <a:buAutoNum type="arabicPeriod"/>
            </a:pP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کارایی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(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Performance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: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آیا عملیات غیرضروری انجام می‌شود؟</a:t>
            </a:r>
          </a:p>
          <a:p>
            <a:pPr marL="342900" indent="-342900" algn="just" rtl="1">
              <a:lnSpc>
                <a:spcPct val="200000"/>
              </a:lnSpc>
              <a:buFont typeface="+mj-lt"/>
              <a:buAutoNum type="arabicPeriod"/>
            </a:pP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تست‌پذیری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(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Testability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: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آیا تست مناسب وجود دارد؟</a:t>
            </a:r>
          </a:p>
          <a:p>
            <a:pPr marL="342900" indent="-342900" algn="just" rtl="1">
              <a:lnSpc>
                <a:spcPct val="200000"/>
              </a:lnSpc>
              <a:buFont typeface="+mj-lt"/>
              <a:buAutoNum type="arabicPeriod"/>
            </a:pP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قابلیت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</a:t>
            </a: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نگهداری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(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Maintainability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 :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آیا تغییرات آینده آسان خواهند بود؟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A0361369-3986-1CF9-BAFD-68D3C4CAB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3065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54299-57EF-4DAE-CBCD-35D97A444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88D9F685-1AA3-FDF7-3F5B-7A64FDBE6F1E}"/>
              </a:ext>
            </a:extLst>
          </p:cNvPr>
          <p:cNvSpPr/>
          <p:nvPr/>
        </p:nvSpPr>
        <p:spPr>
          <a:xfrm rot="16200000">
            <a:off x="11009317" y="2943889"/>
            <a:ext cx="647701" cy="1717672"/>
          </a:xfrm>
          <a:prstGeom prst="round2Same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743B74E-3355-DBBF-BFEF-CDF0DADC8B4F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E77C9A4B-B0A2-7706-FB33-3D8AEB1B4DA9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D3257D88-F8BC-5417-B042-6D86F12C087A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6F41731-C6E9-F503-2A25-7A2662F6C35E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36B0AC56-4D41-5EFD-59A6-1927BD443EF0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F91B9582-9084-1A95-8314-1610F66A8163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60E9821-3692-2E07-1875-FFF08C8014A3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62A0EA9-1BD3-9DE1-C0E0-B69C1B3A72B9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BC20534-41E2-FE22-B436-B70EC619587D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FD698FB-F8FE-8CBA-AF45-C1EF64BB9023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A74559-FD90-A7A1-0FF4-716FD814D9F3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BEF042CA-B574-AB23-35A6-69D40709BEF4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295E956-CE21-6833-D48A-D91A2FA7FE97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C69C19C-8DA1-4248-1D4C-1EF25BB39A69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D131E053-12BC-1080-6F81-CF7DF30CFC0A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7AB16C4-8AC4-4D54-4332-FD92F537B523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057986-7F8D-7788-4760-44A652DFC363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A46755E8-8E6E-8330-0240-59CC62651EDA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D428FCC-8125-7073-370A-1FDB59A2CBA9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930D1F1-F299-7B8A-B521-F374506D1354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F2A81A1A-3A35-29B5-B2D0-E8853A9FA878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26DFF28-3626-2CB9-71D8-3F7BE21F6D85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1FA01C0-2A1A-C1AF-0380-FE21E34EC5DC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02660752-0734-0DE0-C2D9-CF58FCA87FA6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44DEA20-3AB7-BC0F-68DF-9FC92DC35D31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E2A4D0C-1E6C-BC8E-0C2A-05785D61A2E6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EB5E33AE-A0D5-CA02-87AA-57BB982960A9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5F2EAA0-EA6F-207C-9776-13F84FAB706D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F053C38-C81E-7833-E12F-156FF8CE4B2B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3FDEC224-C214-34FE-7189-5E7705299496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76950F3-BF77-9FD6-567A-71AE27C5C82C}"/>
              </a:ext>
            </a:extLst>
          </p:cNvPr>
          <p:cNvSpPr txBox="1"/>
          <p:nvPr/>
        </p:nvSpPr>
        <p:spPr>
          <a:xfrm>
            <a:off x="10543211" y="3526557"/>
            <a:ext cx="1632101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49E7A73-5E45-BAB5-7338-72714A33E02C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B05D19-48E0-EF2A-64CB-3D17F512CF62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342228-5660-4ACD-9B6A-8D15E1790525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4EC9DB06-4274-47B1-696E-D722E9C3CC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847714DB-C5EB-F654-FD84-1BF9889152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E919C85A-7647-9F1E-1062-69C45725A6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C9675346-36F5-E03F-848D-B0C9BA086F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3F644558-78E9-65DB-BA10-E8B14A8229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4F0629FE-9B11-D70E-1378-461C47D2D4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D7FA25B-1D7E-BA27-0539-F2B07A40F73F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5CCD404A-2EB2-E3FE-12FE-DB46121BF2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21B02E7E-7C71-D9F6-9430-ED7B76E0F832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9293A16A-60E4-11D5-AB76-11AAD9E3E2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B0A8633A-1E83-9E04-CA48-F035B11851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6DC1E2-B770-E311-167F-8A68E747FE9A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138051-1C02-6585-D66E-816AC89D03CD}"/>
              </a:ext>
            </a:extLst>
          </p:cNvPr>
          <p:cNvSpPr txBox="1"/>
          <p:nvPr/>
        </p:nvSpPr>
        <p:spPr>
          <a:xfrm>
            <a:off x="4021792" y="363300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چک‌لیست بازبینی کد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5BCD09-ADFF-93A5-F3DE-5824A264AB61}"/>
              </a:ext>
            </a:extLst>
          </p:cNvPr>
          <p:cNvSpPr txBox="1"/>
          <p:nvPr/>
        </p:nvSpPr>
        <p:spPr>
          <a:xfrm>
            <a:off x="1255792" y="1902728"/>
            <a:ext cx="8431271" cy="3935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پیش از تأیید 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Pull Request، </a:t>
            </a:r>
            <a:r>
              <a:rPr lang="fa-IR" b="1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این موارد را بررسی می‌کنیم:</a:t>
            </a:r>
          </a:p>
          <a:p>
            <a:pPr algn="just" rtl="1"/>
            <a:endParaRPr lang="fa-IR" b="1" dirty="0">
              <a:solidFill>
                <a:schemeClr val="bg1"/>
              </a:solidFill>
              <a:latin typeface="Arial Rounded MT Bold" panose="020F0704030504030204" pitchFamily="34" charset="0"/>
              <a:cs typeface="B Nazanin" panose="00000400000000000000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هدف تغییر مشخص است.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تغییرات با نیازمندی پروژه سازگارند.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حالت‌های مرزی بررسی شده‌اند.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تست‌های مناسب اضافه یا به‌روزرسانی شده‌اند.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اطلاعات محرمانه یا کلیدهای دسترسی افشا نشده‌اند.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خطاهای امنیتی احتمالی بررسی شده‌اند.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کد خوانا و قابل نگهداری است.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  <a:cs typeface="B Nazanin" panose="00000400000000000000" pitchFamily="2" charset="-78"/>
              </a:rPr>
              <a:t>مستندات موردنیاز به‌روز شده‌اند.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0AC0330A-D3F2-0998-4E5D-A0FBB12F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6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D44362A-F401-89CA-DCB6-07F027F6E7E8}"/>
              </a:ext>
            </a:extLst>
          </p:cNvPr>
          <p:cNvGrpSpPr/>
          <p:nvPr/>
        </p:nvGrpSpPr>
        <p:grpSpPr>
          <a:xfrm>
            <a:off x="790575" y="3792410"/>
            <a:ext cx="5011284" cy="2955195"/>
            <a:chOff x="1491860" y="3001201"/>
            <a:chExt cx="5316849" cy="3135388"/>
          </a:xfrm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A6CC462-0C26-D3E1-DA12-82EE3CBBC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55" b="2255"/>
            <a:stretch/>
          </p:blipFill>
          <p:spPr>
            <a:xfrm>
              <a:off x="2236304" y="3210340"/>
              <a:ext cx="3737113" cy="2395331"/>
            </a:xfrm>
            <a:custGeom>
              <a:avLst/>
              <a:gdLst>
                <a:gd name="connsiteX0" fmla="*/ 0 w 3737113"/>
                <a:gd name="connsiteY0" fmla="*/ 0 h 2395331"/>
                <a:gd name="connsiteX1" fmla="*/ 3737113 w 3737113"/>
                <a:gd name="connsiteY1" fmla="*/ 0 h 2395331"/>
                <a:gd name="connsiteX2" fmla="*/ 3737113 w 3737113"/>
                <a:gd name="connsiteY2" fmla="*/ 2395331 h 2395331"/>
                <a:gd name="connsiteX3" fmla="*/ 0 w 3737113"/>
                <a:gd name="connsiteY3" fmla="*/ 2395331 h 2395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7113" h="2395331">
                  <a:moveTo>
                    <a:pt x="0" y="0"/>
                  </a:moveTo>
                  <a:lnTo>
                    <a:pt x="3737113" y="0"/>
                  </a:lnTo>
                  <a:lnTo>
                    <a:pt x="3737113" y="2395331"/>
                  </a:lnTo>
                  <a:lnTo>
                    <a:pt x="0" y="2395331"/>
                  </a:lnTo>
                  <a:close/>
                </a:path>
              </a:pathLst>
            </a:cu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2CDEF11-8232-40BA-021E-2CE11BBD2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1860" y="3001201"/>
              <a:ext cx="5316849" cy="313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643812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0F8E50-454F-103E-CE0E-FE6BB1845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58570470-0DBB-3A93-1DA7-F5A66509D6A0}"/>
              </a:ext>
            </a:extLst>
          </p:cNvPr>
          <p:cNvSpPr/>
          <p:nvPr/>
        </p:nvSpPr>
        <p:spPr>
          <a:xfrm rot="16200000">
            <a:off x="11009318" y="3690871"/>
            <a:ext cx="647701" cy="1717672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49B814A-F356-4521-CF10-2F4D8653B1D4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26F3FE77-EA47-CD23-D7D1-1ECB5313F2BB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837ED1B2-A4AE-3110-A45D-BF996886B95A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B548757-9B55-3A24-8396-17D6E1710FB6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AABFCD4F-241C-2827-A23A-F9E7566AEEC5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68D0E667-B9DB-0864-F3D1-FD419B3C8112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C72AA21-999F-4B8C-183D-368D8ECC7992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060D74A-0C4E-BE46-93CB-4439E30E6F26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70DEE70-A3FE-61F4-5500-4C2C3D5393AC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533F264-4C3E-FBE0-32ED-9C58E85EFE96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72AFF81-15E9-7625-6B9E-26935B3B2EDE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A9828177-B3D3-BB54-F9A4-A0B9E87D0A0D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EC79C39-923A-3FB7-C5F8-F4B1BF0C8486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46E35AF-A2FA-DA9F-CA83-80CFD334ACBF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AF3D4157-8150-E76E-6F38-D7415521F8B8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5226BD-CD7E-2D89-71B1-A4218080EA45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72D3BD8-C15C-B212-9FFD-7988C728BAB5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FFA0B735-8E4F-A678-1FA2-D229B2ED81E0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1FA18DA-E34A-152A-8168-FD24566F4B68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87AA59-A9AE-84A5-0428-0F2B1F0D90B4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5C0D60C3-5BFD-AC09-38E4-05EBA1B9B323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ADB1E51-43BF-C666-CEC8-9D22AE546B95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F214991-71AC-B74B-4C67-FED2147EBD7D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292B7B2D-0DE0-985B-F6D7-467AC119D329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23C4B59-FB77-CBE8-3BAD-6EA1D4ECCEF8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CA0F1FD-311C-169C-1FD6-A3E4A5E65928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9FBAA36D-97CB-FDC1-FFE5-0148FD68CA2A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753AF6B-F5D7-6F51-0083-210DBDB93ECF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EEC6E75-1E1B-BA89-B46B-535F3F06534A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3AA60EF-B776-8065-29CA-6E110BAE3D6F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6E5F1B-4A6D-16F6-EFB5-B65565C26EBF}"/>
              </a:ext>
            </a:extLst>
          </p:cNvPr>
          <p:cNvSpPr txBox="1"/>
          <p:nvPr/>
        </p:nvSpPr>
        <p:spPr>
          <a:xfrm>
            <a:off x="10474329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0EDA1A-42DA-43E7-EFE1-E5D41814532D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2F65A63-B9AB-C14D-C582-E858230872D8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2AC8B10-AF82-6AB7-08BD-1AC38ECCC177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2C9CC5C1-9A4D-027B-6FB3-BB3D04CDAC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8972496D-D5AD-6829-D6C1-8F5EB2EF2A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C5DB72F1-E077-2FEA-AFF0-B7DD9A99D0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0667390B-5C03-59C5-68EC-E7DEA10B2A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3471E9C6-BF62-D25E-18BB-6381228F9B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4778192B-CEDD-B42C-F9DF-55B31B8349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68148C-BC07-7D11-94C1-6FC301BCA516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57C6E548-C641-49ED-972B-A016281757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CE120AEA-A146-8901-10F1-D48C466F1307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1C01AEAA-6F82-5DD0-F1A3-284A36D44E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8430DA1F-EE5D-D762-521A-0FCE3E4509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AF01F79-619F-5984-DF9F-C1D453DABFC0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FEC6D6-1859-60B4-CDE7-5BC019284212}"/>
              </a:ext>
            </a:extLst>
          </p:cNvPr>
          <p:cNvSpPr txBox="1"/>
          <p:nvPr/>
        </p:nvSpPr>
        <p:spPr>
          <a:xfrm>
            <a:off x="4021792" y="659440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کامنت خوب و بد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03460624-0D75-23D9-AFE3-F40F85A4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957973-7DA5-59DA-AE92-96534F4EC760}"/>
              </a:ext>
            </a:extLst>
          </p:cNvPr>
          <p:cNvSpPr/>
          <p:nvPr/>
        </p:nvSpPr>
        <p:spPr>
          <a:xfrm>
            <a:off x="1105726" y="2035133"/>
            <a:ext cx="8654986" cy="193340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254000" dist="1270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C101DCB-3E3A-F1D5-6245-D70BDB1C8F9E}"/>
              </a:ext>
            </a:extLst>
          </p:cNvPr>
          <p:cNvGrpSpPr/>
          <p:nvPr/>
        </p:nvGrpSpPr>
        <p:grpSpPr>
          <a:xfrm>
            <a:off x="1295400" y="2246093"/>
            <a:ext cx="8265724" cy="1063599"/>
            <a:chOff x="6490527" y="2928781"/>
            <a:chExt cx="2405706" cy="106359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29CDD4-F006-B700-C5A2-51D0D477BCD2}"/>
                </a:ext>
              </a:extLst>
            </p:cNvPr>
            <p:cNvSpPr txBox="1"/>
            <p:nvPr/>
          </p:nvSpPr>
          <p:spPr>
            <a:xfrm>
              <a:off x="6490527" y="2928781"/>
              <a:ext cx="2405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dirty="0">
                  <a:cs typeface="B Titr" panose="00000700000000000000" pitchFamily="2" charset="-78"/>
                </a:rPr>
                <a:t>کامنت نامناسب</a:t>
              </a:r>
              <a:endParaRPr lang="en-US" dirty="0">
                <a:cs typeface="B Titr" panose="00000700000000000000" pitchFamily="2" charset="-78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BBB577-8061-3E60-168E-F1C78B3AA860}"/>
                </a:ext>
              </a:extLst>
            </p:cNvPr>
            <p:cNvSpPr txBox="1"/>
            <p:nvPr/>
          </p:nvSpPr>
          <p:spPr>
            <a:xfrm>
              <a:off x="6490529" y="3469160"/>
              <a:ext cx="24057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dirty="0">
                  <a:solidFill>
                    <a:srgbClr val="C00000"/>
                  </a:solidFill>
                  <a:effectLst/>
                  <a:latin typeface="Arial Rounded MT Bold" panose="020F0704030504030204" pitchFamily="34" charset="0"/>
                  <a:cs typeface="B Nazanin" panose="00000400000000000000" pitchFamily="2" charset="-78"/>
                </a:rPr>
                <a:t>This code is bad.</a:t>
              </a:r>
              <a:endParaRPr lang="fa-IR" sz="1200" dirty="0">
                <a:solidFill>
                  <a:srgbClr val="C00000"/>
                </a:solidFill>
                <a:effectLst/>
                <a:latin typeface="Arial Rounded MT Bold" panose="020F0704030504030204" pitchFamily="34" charset="0"/>
                <a:cs typeface="B Nazanin" panose="00000400000000000000" pitchFamily="2" charset="-78"/>
              </a:endParaRPr>
            </a:p>
            <a:p>
              <a:pPr algn="just" rtl="1"/>
              <a:r>
                <a:rPr lang="fa-IR" sz="1600" dirty="0">
                  <a:effectLst/>
                  <a:latin typeface="Arial Rounded MT Bold" panose="020F0704030504030204" pitchFamily="34" charset="0"/>
                  <a:cs typeface="B Nazanin" panose="00000400000000000000" pitchFamily="2" charset="-78"/>
                </a:rPr>
                <a:t>این کامنت مبهم است؛ مشکل مشخص نیست و راهنمایی مفیدی ارائه نمی‌دهد.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488DFB1-A724-EDD0-85A2-70CF257C90D4}"/>
              </a:ext>
            </a:extLst>
          </p:cNvPr>
          <p:cNvSpPr/>
          <p:nvPr/>
        </p:nvSpPr>
        <p:spPr>
          <a:xfrm>
            <a:off x="1105726" y="4244933"/>
            <a:ext cx="8654986" cy="193340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254000" dist="1270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EDBB55-0845-50C0-3061-E6E88E09DF9B}"/>
              </a:ext>
            </a:extLst>
          </p:cNvPr>
          <p:cNvGrpSpPr/>
          <p:nvPr/>
        </p:nvGrpSpPr>
        <p:grpSpPr>
          <a:xfrm>
            <a:off x="1314450" y="4455893"/>
            <a:ext cx="8265724" cy="1133965"/>
            <a:chOff x="6490527" y="2928781"/>
            <a:chExt cx="2405706" cy="11339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2FEF41-5752-C99F-E28C-2B5AADD3472B}"/>
                </a:ext>
              </a:extLst>
            </p:cNvPr>
            <p:cNvSpPr txBox="1"/>
            <p:nvPr/>
          </p:nvSpPr>
          <p:spPr>
            <a:xfrm>
              <a:off x="6490527" y="2928781"/>
              <a:ext cx="2405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dirty="0">
                  <a:cs typeface="B Titr" panose="00000700000000000000" pitchFamily="2" charset="-78"/>
                </a:rPr>
                <a:t>کامنت مناسب</a:t>
              </a:r>
              <a:endParaRPr lang="en-US" dirty="0">
                <a:cs typeface="B Titr" panose="00000700000000000000" pitchFamily="2" charset="-78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BC1222D-C529-819E-74F7-62F25D396C98}"/>
                </a:ext>
              </a:extLst>
            </p:cNvPr>
            <p:cNvSpPr txBox="1"/>
            <p:nvPr/>
          </p:nvSpPr>
          <p:spPr>
            <a:xfrm>
              <a:off x="6490529" y="3354860"/>
              <a:ext cx="240570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dirty="0">
                  <a:solidFill>
                    <a:srgbClr val="C00000"/>
                  </a:solidFill>
                  <a:effectLst/>
                  <a:latin typeface="Arial Rounded MT Bold" panose="020F0704030504030204" pitchFamily="34" charset="0"/>
                  <a:cs typeface="B Nazanin" panose="00000400000000000000" pitchFamily="2" charset="-78"/>
                </a:rPr>
                <a:t>What happens if the input list is empty? This may raise </a:t>
              </a:r>
              <a:r>
                <a:rPr lang="en-US" sz="1200" dirty="0" err="1">
                  <a:solidFill>
                    <a:srgbClr val="C00000"/>
                  </a:solidFill>
                  <a:effectLst/>
                  <a:latin typeface="Arial Rounded MT Bold" panose="020F0704030504030204" pitchFamily="34" charset="0"/>
                  <a:cs typeface="B Nazanin" panose="00000400000000000000" pitchFamily="2" charset="-78"/>
                </a:rPr>
                <a:t>ZeroDivisionError</a:t>
              </a:r>
              <a:r>
                <a:rPr lang="en-US" sz="1200" dirty="0">
                  <a:solidFill>
                    <a:srgbClr val="C00000"/>
                  </a:solidFill>
                  <a:effectLst/>
                  <a:latin typeface="Arial Rounded MT Bold" panose="020F0704030504030204" pitchFamily="34" charset="0"/>
                  <a:cs typeface="B Nazanin" panose="00000400000000000000" pitchFamily="2" charset="-78"/>
                </a:rPr>
                <a:t>. Could we handle this case?</a:t>
              </a:r>
              <a:endParaRPr lang="fa-IR" sz="1200" dirty="0">
                <a:solidFill>
                  <a:srgbClr val="C00000"/>
                </a:solidFill>
                <a:latin typeface="Arial Rounded MT Bold" panose="020F0704030504030204" pitchFamily="34" charset="0"/>
                <a:cs typeface="B Nazanin" panose="00000400000000000000" pitchFamily="2" charset="-78"/>
              </a:endParaRPr>
            </a:p>
            <a:p>
              <a:pPr algn="just"/>
              <a:endParaRPr lang="fa-IR" sz="1200" dirty="0">
                <a:solidFill>
                  <a:srgbClr val="C00000"/>
                </a:solidFill>
                <a:effectLst/>
                <a:latin typeface="Arial Rounded MT Bold" panose="020F0704030504030204" pitchFamily="34" charset="0"/>
                <a:cs typeface="B Nazanin" panose="00000400000000000000" pitchFamily="2" charset="-78"/>
              </a:endParaRPr>
            </a:p>
            <a:p>
              <a:pPr algn="just" rtl="1"/>
              <a:r>
                <a:rPr lang="fa-IR" sz="1600" dirty="0">
                  <a:effectLst/>
                  <a:latin typeface="Arial Rounded MT Bold" panose="020F0704030504030204" pitchFamily="34" charset="0"/>
                  <a:cs typeface="B Nazanin" panose="00000400000000000000" pitchFamily="2" charset="-78"/>
                </a:rPr>
                <a:t>این کامنت مشکل احتمالی را توضیح می‌دهد و درخواست اصلاح مشخصی دارد.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483708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4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94061A-C92C-3745-7EC9-C2C42335B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ED0507DD-841F-499F-8C37-056FD2329DDD}"/>
              </a:ext>
            </a:extLst>
          </p:cNvPr>
          <p:cNvSpPr/>
          <p:nvPr/>
        </p:nvSpPr>
        <p:spPr>
          <a:xfrm rot="16200000">
            <a:off x="11009318" y="3690871"/>
            <a:ext cx="647701" cy="1717672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5269F1-D2AE-08E3-0EFD-A4A312224F41}"/>
              </a:ext>
            </a:extLst>
          </p:cNvPr>
          <p:cNvSpPr/>
          <p:nvPr/>
        </p:nvSpPr>
        <p:spPr>
          <a:xfrm>
            <a:off x="4429125" y="2486257"/>
            <a:ext cx="5325657" cy="1348838"/>
          </a:xfrm>
          <a:prstGeom prst="roundRect">
            <a:avLst>
              <a:gd name="adj" fmla="val 12573"/>
            </a:avLst>
          </a:prstGeom>
          <a:solidFill>
            <a:srgbClr val="FFC000">
              <a:alpha val="50000"/>
            </a:srgbClr>
          </a:solidFill>
          <a:ln w="19050"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fa-IR" sz="1600" dirty="0"/>
              <a:t>کد اولیه (مشکل): </a:t>
            </a:r>
          </a:p>
          <a:p>
            <a:pPr algn="r" rtl="1"/>
            <a:r>
              <a:rPr lang="fa-IR" sz="1600" dirty="0"/>
              <a:t>اگر فهرست </a:t>
            </a:r>
            <a:r>
              <a:rPr lang="en-US" sz="1600" dirty="0"/>
              <a:t>scores </a:t>
            </a:r>
            <a:r>
              <a:rPr lang="fa-IR" sz="1600" dirty="0"/>
              <a:t> خالی باشد، تقسیم بر صفر رخ می‌دهد و خطای </a:t>
            </a:r>
            <a:r>
              <a:rPr lang="en-US" sz="1600" dirty="0" err="1"/>
              <a:t>ZeroDivisionError</a:t>
            </a:r>
            <a:r>
              <a:rPr lang="en-US" sz="1600" dirty="0"/>
              <a:t> </a:t>
            </a:r>
            <a:r>
              <a:rPr lang="fa-IR" sz="1600" dirty="0"/>
              <a:t>ایجاد می‌شود.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F612836-7CE4-4C90-653E-E3E4C337F341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3C9916BD-5452-96F4-DC01-7EBEB2E2452A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02C80813-ED2B-1811-F53B-DE9E830434E4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F6EEF0B-95EE-2A14-F6CA-1E1DF7D3CABF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96C3002-2FE5-BEAF-C1BF-508068C958F5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43843B3F-C2D6-CAA2-7619-C7CEB56AEDFD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A667D23-703D-519D-F0E5-B6E9DCF41F3B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EEF448F-E9FB-12B2-3312-7508346F4187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C7ADCE2-59B8-4014-CCE8-F0CBC0E7F965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4A1662A-6D77-CD97-70CC-15BC0F25C363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5F81CD-5C15-837F-69AD-E145A325FA62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0AAD975A-8BF9-B879-9F8E-87E35839F1F0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F1156D4-01FF-BA6C-16FD-7DD5E7453BEA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CDA610C-D1BA-69E6-849B-7BCF989E89B6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5F67A806-13B5-4708-0C9C-E2C433E058F5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D7E0B38-EF22-D0BA-B9F0-BFC6791EE702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49C8B02-5F02-D049-BB99-586C8FF0F044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C3043558-D56D-CB7B-7E4C-2932025A51C4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F372418-5539-04E9-80F8-1B5E43689DB9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B150C5F-2A22-6498-6001-E55E7DD956DE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80734939-8738-9CA0-8389-091807ECC4D4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54252B5-CA42-4846-52FB-525EB9DD969D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8FCD12A-A104-3460-D515-6AE6EE78EC54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8BB15512-9858-381A-9C41-3030E35E61A6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D175794-F6B4-A8F7-3058-01DAF287FF1D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6D0372D-9839-39D5-BEB6-7C7A9595087C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7CA5FB95-0918-B25B-121E-C50ACE78B4A2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E396738-DEBA-7E7E-7245-3BED07DC1C53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16D3A0C-806F-3CE1-5171-CED732C217DE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068C109F-919B-563B-2413-12803C273A1D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B677118-7938-E0C4-3B4D-C33638DAD740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9088742-BE78-DF18-20E2-5BC403EC9D53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D31BF09-CAD9-BE73-1297-EDF7A6EEEF55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B321AA8-7069-2D6B-CC7B-63942D60D45C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12E9DC0E-262E-CBBF-D5F4-350F26EED5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76CCC93E-387E-BBA0-46AE-F5F40DCEAB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11FD5184-6680-1DDB-9928-1914E0A478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32A69A77-EB18-2361-B02E-15E5C8E07A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F97EB7FE-E2C9-0929-EC4A-70D5ED100B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88B1D273-314B-6ECF-7BB5-6031B00633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8619836-9FBC-AA90-472C-480C34540376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48580309-2605-4DA6-6369-695B6E433F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26307ECB-C33E-DBB2-86E5-3DD7CD0C2F50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15865EDD-C5D6-67AB-6C3A-ECEA77002D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A00A04F9-140F-2D07-F753-59D2073F52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D0D6E52-B178-5C7E-1DCD-4967554A7A04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BD79F2-182E-2933-4A39-C86ECD98233F}"/>
              </a:ext>
            </a:extLst>
          </p:cNvPr>
          <p:cNvSpPr txBox="1"/>
          <p:nvPr/>
        </p:nvSpPr>
        <p:spPr>
          <a:xfrm>
            <a:off x="4021792" y="452765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مثال عملی از یک باگ</a:t>
            </a:r>
            <a:endParaRPr lang="en-US" sz="40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DE11AC67-AA04-22C4-8BFE-3E2C9AE7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8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A43773-78C5-F47A-54C9-B49550B79C9A}"/>
              </a:ext>
            </a:extLst>
          </p:cNvPr>
          <p:cNvSpPr txBox="1"/>
          <p:nvPr/>
        </p:nvSpPr>
        <p:spPr>
          <a:xfrm>
            <a:off x="3765173" y="1309191"/>
            <a:ext cx="80327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مثال عملی از یک باگ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23C5B0-7EFE-1E9C-F445-6E5B5927EB5E}"/>
              </a:ext>
            </a:extLst>
          </p:cNvPr>
          <p:cNvSpPr/>
          <p:nvPr/>
        </p:nvSpPr>
        <p:spPr>
          <a:xfrm>
            <a:off x="1196322" y="2490469"/>
            <a:ext cx="3595926" cy="1348838"/>
          </a:xfrm>
          <a:prstGeom prst="roundRect">
            <a:avLst>
              <a:gd name="adj" fmla="val 14549"/>
            </a:avLst>
          </a:prstGeom>
          <a:ln w="28575">
            <a:solidFill>
              <a:srgbClr val="FFC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 </a:t>
            </a:r>
            <a:r>
              <a:rPr lang="en-US" dirty="0" err="1"/>
              <a:t>calculate_average</a:t>
            </a:r>
            <a:r>
              <a:rPr lang="en-US" dirty="0"/>
              <a:t>(scores):</a:t>
            </a:r>
          </a:p>
          <a:p>
            <a:pPr algn="ctr"/>
            <a:r>
              <a:rPr lang="en-US" dirty="0"/>
              <a:t>    return sum(scores) / </a:t>
            </a:r>
            <a:r>
              <a:rPr lang="en-US" dirty="0" err="1"/>
              <a:t>len</a:t>
            </a:r>
            <a:r>
              <a:rPr lang="en-US" dirty="0"/>
              <a:t>(scores</a:t>
            </a:r>
            <a:r>
              <a:rPr lang="fa-IR" dirty="0"/>
              <a:t>(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B08AF24-6734-C8E3-DAF5-997061B4CA67}"/>
              </a:ext>
            </a:extLst>
          </p:cNvPr>
          <p:cNvSpPr/>
          <p:nvPr/>
        </p:nvSpPr>
        <p:spPr>
          <a:xfrm>
            <a:off x="4429125" y="4057874"/>
            <a:ext cx="5325657" cy="1348838"/>
          </a:xfrm>
          <a:prstGeom prst="roundRect">
            <a:avLst>
              <a:gd name="adj" fmla="val 12573"/>
            </a:avLst>
          </a:prstGeom>
          <a:solidFill>
            <a:srgbClr val="FFC000">
              <a:alpha val="50000"/>
            </a:srgbClr>
          </a:solidFill>
          <a:ln w="19050"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fa-IR" sz="1600" dirty="0"/>
              <a:t>نسخه اصلاح‌شده:</a:t>
            </a:r>
          </a:p>
          <a:p>
            <a:pPr algn="r" rtl="1"/>
            <a:r>
              <a:rPr lang="fa-IR" sz="1600" dirty="0"/>
              <a:t>در این مثال، رفتار ورودی خالی مشخص شده است. در یک پروژه </a:t>
            </a:r>
          </a:p>
          <a:p>
            <a:pPr algn="r" rtl="1"/>
            <a:r>
              <a:rPr lang="fa-IR" sz="1600" dirty="0"/>
              <a:t>واقعی باید تعیین کنیم که خروجی </a:t>
            </a:r>
            <a:r>
              <a:rPr lang="en-US" sz="1600" dirty="0"/>
              <a:t>None </a:t>
            </a:r>
            <a:r>
              <a:rPr lang="fa-IR" sz="1600" dirty="0"/>
              <a:t> مناسب است یا بهتر است خطای مشخصی ایجاد شود.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BE05FF2-D60E-FD03-F81F-4C201A4FD42E}"/>
              </a:ext>
            </a:extLst>
          </p:cNvPr>
          <p:cNvSpPr/>
          <p:nvPr/>
        </p:nvSpPr>
        <p:spPr>
          <a:xfrm>
            <a:off x="1196322" y="4062086"/>
            <a:ext cx="3595926" cy="1348838"/>
          </a:xfrm>
          <a:prstGeom prst="roundRect">
            <a:avLst>
              <a:gd name="adj" fmla="val 14549"/>
            </a:avLst>
          </a:prstGeom>
          <a:ln w="28575">
            <a:solidFill>
              <a:srgbClr val="FFC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def </a:t>
            </a:r>
            <a:r>
              <a:rPr lang="en-US" sz="1600" dirty="0" err="1"/>
              <a:t>calculate_average</a:t>
            </a:r>
            <a:r>
              <a:rPr lang="en-US" sz="1600" dirty="0"/>
              <a:t>(scores):</a:t>
            </a:r>
          </a:p>
          <a:p>
            <a:r>
              <a:rPr lang="en-US" sz="1600" dirty="0"/>
              <a:t>    if not scores:</a:t>
            </a:r>
          </a:p>
          <a:p>
            <a:r>
              <a:rPr lang="en-US" sz="1600" dirty="0"/>
              <a:t>        return None</a:t>
            </a:r>
          </a:p>
          <a:p>
            <a:r>
              <a:rPr lang="en-US" sz="1600" dirty="0"/>
              <a:t>    return sum(scores) / </a:t>
            </a:r>
            <a:r>
              <a:rPr lang="en-US" sz="1600" dirty="0" err="1"/>
              <a:t>len</a:t>
            </a:r>
            <a:r>
              <a:rPr lang="en-US" sz="1600" dirty="0"/>
              <a:t>(scores)</a:t>
            </a:r>
          </a:p>
        </p:txBody>
      </p:sp>
    </p:spTree>
    <p:extLst>
      <p:ext uri="{BB962C8B-B14F-4D97-AF65-F5344CB8AC3E}">
        <p14:creationId xmlns:p14="http://schemas.microsoft.com/office/powerpoint/2010/main" val="83551882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EADFD-4900-D57A-992C-F0B2AF3F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030068AF-738B-1A7A-F538-C1275DD2FBEC}"/>
              </a:ext>
            </a:extLst>
          </p:cNvPr>
          <p:cNvSpPr/>
          <p:nvPr/>
        </p:nvSpPr>
        <p:spPr>
          <a:xfrm rot="16200000">
            <a:off x="11009318" y="3690871"/>
            <a:ext cx="647701" cy="1717672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1D84964-14D4-EBBD-A2C3-4778F193FF54}"/>
              </a:ext>
            </a:extLst>
          </p:cNvPr>
          <p:cNvSpPr/>
          <p:nvPr/>
        </p:nvSpPr>
        <p:spPr>
          <a:xfrm>
            <a:off x="1648789" y="2489332"/>
            <a:ext cx="8367683" cy="3835267"/>
          </a:xfrm>
          <a:prstGeom prst="roundRect">
            <a:avLst>
              <a:gd name="adj" fmla="val 50000"/>
            </a:avLst>
          </a:prstGeom>
          <a:solidFill>
            <a:schemeClr val="dk1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fa-IR" sz="1600" b="1" dirty="0"/>
              <a:t>نکات مهم: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1600" dirty="0"/>
              <a:t>تست ورودی معمولی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1600" dirty="0"/>
              <a:t>تست ورودی خالی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1600" dirty="0"/>
              <a:t>بررسی رفتار مورد انتظار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1600" dirty="0"/>
              <a:t>اجرای تست‌ها پیش از ادغام تغییرات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1ED6A81-89AD-11A3-1BE4-785AC4196526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B52D005-D4FA-B8BD-C6E0-50E6BADAE04A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926D0EA4-7A5E-4062-2C7B-C800120FB802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44845BD-954B-F556-5B7D-BC8AECC7533B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CEBF988-C13D-DD55-B814-303507E3696E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465561B8-3259-322F-8B9C-AF189072D920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B587049-A12E-F6F2-27ED-0523071378A7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53AA9D5-2EEE-78F1-4DE8-CCD2F567DCF7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0D62313-3110-EE77-3D73-7B92ACF7CF17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9504DDC-192F-970C-F0B0-D78204C712E8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6857CA-3FCA-EBD4-3AA4-FFD4591529A8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05A213BE-EC79-7491-ABB9-42D102FEF268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FA7B796-37A4-62BC-2B65-9DF0AF47DB24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8649C5A-E2A8-0E26-F30A-5AFC1971CDA6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B7180507-69FB-030D-5376-69A381470C89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BCE4625-3E1B-0220-ECC1-27B89A90C945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AB71499-4C82-6ECA-73F2-506A738BA4C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3BA40E50-1867-6200-DDDC-D64DC69FA35E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6E54C41-6A16-EF04-7D47-F490BBAD60A8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F8A1A83-46E4-D2DB-E6E4-30E57B507BC2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A310CD20-F9C7-867A-54D4-A35D717F2812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0C4940D-4336-31A5-F77C-598916822263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ADC64E8-188E-A025-03D8-D8C125B33DE0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FDAC6199-00CA-2687-65B6-FC5CEFDC4D41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6F9FF3A-AC96-B174-B252-9D6DCC76D921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60BE9AA5-A90C-48DD-7BF1-BBAF7226B18E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98EFD2CA-B20E-21F8-148B-F596D1FC1316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21EF4D8-FFD0-8C84-EE4F-EC04897F3DAE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7DE1505-D3EA-3FB6-5BBF-86763BA6930A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1EED78F2-3243-25C0-47CD-05E76AD6BA55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94FE113-2348-FF87-FB9D-6010D95801C7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183FB1F-8BF5-62F3-3C79-8C2AE3605B00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BF73D83-ABB3-6CED-2ACB-0DA1443D6246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9C05C8A-C3D7-C17F-C3CA-820CDE223EEE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E3E2C847-9EF4-29E6-A129-2E39DEC10A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58888EED-05E4-9BE1-1C06-006092DDE7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AA608F36-536C-F927-10F3-7D7A6936F7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D56EB76D-1DF3-8F42-6138-87E0C462D4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13DEDC3A-AF0C-0509-3F5B-BCF0881A80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368632B2-EBA4-64EB-BD25-D51309135D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8B57C06-B50E-8560-AFF2-C6FDB2C878B5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7EAB8FE1-CFD5-04C3-7E41-7B850AAF78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77BE9D57-7B14-46CB-823F-13D54B8771E3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789B661E-086C-3D0E-5D1B-7793247D72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15D4AA83-59C3-5D19-7997-BBBC2243BD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81E5B49-4622-FACE-4B76-D2CF54ABE1F3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67BAEA-AF8A-A781-67D1-2FB8D0DCB856}"/>
              </a:ext>
            </a:extLst>
          </p:cNvPr>
          <p:cNvSpPr txBox="1"/>
          <p:nvPr/>
        </p:nvSpPr>
        <p:spPr>
          <a:xfrm>
            <a:off x="4021792" y="452765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تست کد اصلاح‌شده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1A393CE2-4FD5-BD3A-B066-4348FEAF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9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095A399-218C-55CE-1300-3A3D5205E60A}"/>
              </a:ext>
            </a:extLst>
          </p:cNvPr>
          <p:cNvSpPr/>
          <p:nvPr/>
        </p:nvSpPr>
        <p:spPr>
          <a:xfrm>
            <a:off x="1654855" y="2514395"/>
            <a:ext cx="4733874" cy="1745766"/>
          </a:xfrm>
          <a:prstGeom prst="roundRect">
            <a:avLst>
              <a:gd name="adj" fmla="val 14549"/>
            </a:avLst>
          </a:prstGeom>
          <a:ln w="28575">
            <a:solidFill>
              <a:srgbClr val="FFC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from average import </a:t>
            </a:r>
            <a:r>
              <a:rPr lang="en-US" dirty="0" err="1"/>
              <a:t>calculate_average</a:t>
            </a:r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test_average</a:t>
            </a:r>
            <a:r>
              <a:rPr lang="en-US" dirty="0"/>
              <a:t>():</a:t>
            </a:r>
          </a:p>
          <a:p>
            <a:r>
              <a:rPr lang="en-US" dirty="0"/>
              <a:t>    assert </a:t>
            </a:r>
            <a:r>
              <a:rPr lang="en-US" dirty="0" err="1"/>
              <a:t>calculate_average</a:t>
            </a:r>
            <a:r>
              <a:rPr lang="en-US" dirty="0"/>
              <a:t>([10, 20, 30]) == 20</a:t>
            </a:r>
          </a:p>
          <a:p>
            <a:r>
              <a:rPr lang="en-US" dirty="0"/>
              <a:t>def </a:t>
            </a:r>
            <a:r>
              <a:rPr lang="en-US" dirty="0" err="1"/>
              <a:t>test_empty_list</a:t>
            </a:r>
            <a:r>
              <a:rPr lang="en-US" dirty="0"/>
              <a:t>():</a:t>
            </a:r>
          </a:p>
          <a:p>
            <a:r>
              <a:rPr lang="en-US" dirty="0"/>
              <a:t>    assert </a:t>
            </a:r>
            <a:r>
              <a:rPr lang="en-US" dirty="0" err="1"/>
              <a:t>calculate_average</a:t>
            </a:r>
            <a:r>
              <a:rPr lang="en-US" dirty="0"/>
              <a:t>([]) is None</a:t>
            </a:r>
          </a:p>
        </p:txBody>
      </p:sp>
    </p:spTree>
    <p:extLst>
      <p:ext uri="{BB962C8B-B14F-4D97-AF65-F5344CB8AC3E}">
        <p14:creationId xmlns:p14="http://schemas.microsoft.com/office/powerpoint/2010/main" val="166091204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8C504-D7B5-1D18-D70D-44C51CF96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: Top Corners Rounded 77">
            <a:extLst>
              <a:ext uri="{FF2B5EF4-FFF2-40B4-BE49-F238E27FC236}">
                <a16:creationId xmlns:a16="http://schemas.microsoft.com/office/drawing/2014/main" id="{F88621EB-09A9-3F52-3590-3866C5564A58}"/>
              </a:ext>
            </a:extLst>
          </p:cNvPr>
          <p:cNvSpPr/>
          <p:nvPr/>
        </p:nvSpPr>
        <p:spPr>
          <a:xfrm rot="16200000">
            <a:off x="11009318" y="4436804"/>
            <a:ext cx="647701" cy="1717672"/>
          </a:xfrm>
          <a:prstGeom prst="round2Same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8B72821-016A-0229-6FEC-2E6C1FBEC44A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3B889380-80AD-169E-0125-45A0423F01AA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FAD0D49B-080D-3439-F0C5-F34B5D9F1F8D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CCFD0C2-D334-EFB7-B0C2-B1BB1BBCCADA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3587AE0-B4C4-BFA2-84DA-435A07C84EB7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5D8CAB56-265A-627B-51FA-3037A8F3B456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39B55F6-6E85-6371-83A0-5200915A31BD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1B5A3A3-9C06-B6A7-E44E-E7366BD13CBF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6E64E971-192D-EFE9-8882-8A0AE22E2EFF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234D0E3-8044-6761-49F4-3BA25671238F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09218D-0FD2-652B-A972-804D13FAA881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BA570930-C021-F860-F2DC-5798B8505DCD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A4457BC-5ED1-6AA9-5BF4-808D7CCEC81F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D4501FC-8F6E-7F72-EE4C-D9E1EB5C9DC1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8F221E30-DAFD-8D05-6143-08C853D8B38B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C3A00BF-C9F6-749E-92F5-9028020E8A50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E6C02AE-E13D-B1AE-14D7-0DAE8ED235FF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AADA914D-ACFF-E60B-AD2C-E02B6DE414B1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4C19339-5B48-3C19-E549-983D8D65EA5D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2577CB5-D5A2-49A5-1E7A-AA9A9F0D6FA2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DFD2E2E2-80F2-16F3-9BFC-375A834CE775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EF07DD5-752F-8D28-D552-30CB2A6FA4CE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3495C3E-3741-D56A-886B-4D21960C5B03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6D95942A-25BC-5180-E427-E9948115DDE3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EA6D4B2-22EC-E293-D2E7-C1AFCD55B46E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59EAE2E-A3C5-6D96-A168-A4554E30809D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ADB9EF76-EAEE-2CAC-78FD-14F82DA227A2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7AD20CD-912A-F744-80B6-B7D377172A02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C65D00B-1C37-7D88-4368-26567FBD33DB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99729714-AF7E-AC79-6DA2-715BA7660FA1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40DB47B-D161-5227-C455-0421AE1DDAE3}"/>
              </a:ext>
            </a:extLst>
          </p:cNvPr>
          <p:cNvSpPr txBox="1"/>
          <p:nvPr/>
        </p:nvSpPr>
        <p:spPr>
          <a:xfrm>
            <a:off x="10457641" y="3526557"/>
            <a:ext cx="1717672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FD2BAA-B4C8-9AAD-0567-03EB89E97C20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1D075A-8472-32B2-BAB7-89081BC7FC4F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2AB6393-0B5C-8D3D-1CE3-2DF6EDF38809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D657536C-87DA-D257-EDD4-983E24227B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644FEA0F-EC85-C9B2-1744-44B04EE426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24D9A263-F1C9-E1B2-3CC3-B479876082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87826635-0D60-007C-5E50-78E9E0F1E2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6742DF49-F965-7B4F-8728-1EFCCE25DB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16973976-934E-8B63-ED3A-93BC3F842C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4B5219F-1F04-418D-7E88-DD5F8135E5A6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7402ED12-3263-518F-24E8-99BC43B741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FF9E8E65-ADD8-C8EA-8769-F96F4386A2D3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4A18FDD9-0A1A-9C84-9070-2A9431CDA5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9CFC05C2-0B0D-1F03-E7C3-AC46010392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BCB8AAA-7899-3A3E-0E11-DB9CEF3068C3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5C3A37-95ED-AC1A-E342-FE8A5FC886C7}"/>
              </a:ext>
            </a:extLst>
          </p:cNvPr>
          <p:cNvSpPr txBox="1"/>
          <p:nvPr/>
        </p:nvSpPr>
        <p:spPr>
          <a:xfrm>
            <a:off x="4021792" y="659440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تصمیم‌های بازبین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C6C557BD-5419-6FB1-FBEF-E85B7D09A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10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38B01C-338C-169E-2139-436564B6180D}"/>
              </a:ext>
            </a:extLst>
          </p:cNvPr>
          <p:cNvCxnSpPr>
            <a:cxnSpLocks/>
          </p:cNvCxnSpPr>
          <p:nvPr/>
        </p:nvCxnSpPr>
        <p:spPr>
          <a:xfrm>
            <a:off x="1396657" y="3169868"/>
            <a:ext cx="55421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0EF0A1A-4CD9-E05B-9B7D-DF082D5CB80E}"/>
              </a:ext>
            </a:extLst>
          </p:cNvPr>
          <p:cNvSpPr/>
          <p:nvPr/>
        </p:nvSpPr>
        <p:spPr>
          <a:xfrm>
            <a:off x="5675530" y="2032767"/>
            <a:ext cx="1105261" cy="1002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499A04-9244-C6CC-FD9A-92E40C1C16E3}"/>
              </a:ext>
            </a:extLst>
          </p:cNvPr>
          <p:cNvSpPr txBox="1"/>
          <p:nvPr/>
        </p:nvSpPr>
        <p:spPr>
          <a:xfrm>
            <a:off x="5561252" y="2670714"/>
            <a:ext cx="136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ثبت نظر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E189320-E7B0-4AE5-F304-3D98AC7BBC03}"/>
              </a:ext>
            </a:extLst>
          </p:cNvPr>
          <p:cNvSpPr/>
          <p:nvPr/>
        </p:nvSpPr>
        <p:spPr>
          <a:xfrm>
            <a:off x="5955923" y="2079650"/>
            <a:ext cx="548739" cy="5487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4CBF84-CE1E-165F-F59E-54D06B7BEB06}"/>
              </a:ext>
            </a:extLst>
          </p:cNvPr>
          <p:cNvSpPr txBox="1"/>
          <p:nvPr/>
        </p:nvSpPr>
        <p:spPr>
          <a:xfrm>
            <a:off x="1569508" y="2118186"/>
            <a:ext cx="3902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1400" dirty="0">
                <a:solidFill>
                  <a:schemeClr val="bg1"/>
                </a:solidFill>
                <a:latin typeface="Bahnschrift" panose="020B0502040204020203" pitchFamily="34" charset="0"/>
                <a:cs typeface="B Nazanin" panose="00000400000000000000" pitchFamily="2" charset="-78"/>
              </a:rPr>
              <a:t>ارائه پرسش یا پیشنهاد بدون درخواست رسمی تغییر</a:t>
            </a:r>
            <a:endParaRPr lang="fa-IR" sz="1400" dirty="0">
              <a:solidFill>
                <a:schemeClr val="bg1"/>
              </a:solidFill>
              <a:effectLst/>
              <a:latin typeface="Bahnschrift" panose="020B0502040204020203" pitchFamily="34" charset="0"/>
              <a:cs typeface="B Nazanin" panose="00000400000000000000" pitchFamily="2" charset="-78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CE26F32-1226-CAF6-8494-A886EC7D7E6E}"/>
              </a:ext>
            </a:extLst>
          </p:cNvPr>
          <p:cNvCxnSpPr>
            <a:cxnSpLocks/>
          </p:cNvCxnSpPr>
          <p:nvPr/>
        </p:nvCxnSpPr>
        <p:spPr>
          <a:xfrm>
            <a:off x="1396657" y="4469001"/>
            <a:ext cx="55421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959A877-4AF5-C7E7-5CE8-4E22F55F2FDC}"/>
              </a:ext>
            </a:extLst>
          </p:cNvPr>
          <p:cNvSpPr/>
          <p:nvPr/>
        </p:nvSpPr>
        <p:spPr>
          <a:xfrm>
            <a:off x="5686956" y="3315144"/>
            <a:ext cx="1105261" cy="1002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E9C3E6-A676-490B-72A1-BF920BAD8E07}"/>
              </a:ext>
            </a:extLst>
          </p:cNvPr>
          <p:cNvSpPr txBox="1"/>
          <p:nvPr/>
        </p:nvSpPr>
        <p:spPr>
          <a:xfrm>
            <a:off x="5561252" y="3988897"/>
            <a:ext cx="1364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cs typeface="B Titr" panose="00000700000000000000" pitchFamily="2" charset="-78"/>
              </a:rPr>
              <a:t>درخواست اصلاح</a:t>
            </a:r>
            <a:endParaRPr lang="en-US" sz="1400" dirty="0">
              <a:cs typeface="B Titr" panose="00000700000000000000" pitchFamily="2" charset="-78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D31A66-9E4E-46D3-624B-941AAFC260CA}"/>
              </a:ext>
            </a:extLst>
          </p:cNvPr>
          <p:cNvSpPr txBox="1"/>
          <p:nvPr/>
        </p:nvSpPr>
        <p:spPr>
          <a:xfrm>
            <a:off x="1569508" y="3398269"/>
            <a:ext cx="3902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1400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وجود ایرادهایی که باید پیش از ادغام برطرف شوند</a:t>
            </a:r>
            <a:endParaRPr lang="fa-IR" sz="1400" dirty="0">
              <a:solidFill>
                <a:schemeClr val="bg1"/>
              </a:solidFill>
              <a:effectLst/>
              <a:latin typeface="A Hana" panose="00000400000000000000" pitchFamily="2" charset="-78"/>
              <a:cs typeface="B Nazanin" panose="000004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5F6820-EC8C-ACFA-2B2C-25781426A200}"/>
              </a:ext>
            </a:extLst>
          </p:cNvPr>
          <p:cNvSpPr/>
          <p:nvPr/>
        </p:nvSpPr>
        <p:spPr>
          <a:xfrm>
            <a:off x="5688742" y="4617816"/>
            <a:ext cx="1105261" cy="1002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3B2774-16D7-2CBD-625D-F138E3BF6B3E}"/>
              </a:ext>
            </a:extLst>
          </p:cNvPr>
          <p:cNvSpPr txBox="1"/>
          <p:nvPr/>
        </p:nvSpPr>
        <p:spPr>
          <a:xfrm>
            <a:off x="5561252" y="5240405"/>
            <a:ext cx="136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>
                <a:cs typeface="B Titr" panose="00000700000000000000" pitchFamily="2" charset="-78"/>
              </a:rPr>
              <a:t>تأیید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E950FB-EE17-CB66-FD6C-944C3D941DAC}"/>
              </a:ext>
            </a:extLst>
          </p:cNvPr>
          <p:cNvSpPr txBox="1"/>
          <p:nvPr/>
        </p:nvSpPr>
        <p:spPr>
          <a:xfrm>
            <a:off x="1569508" y="4687877"/>
            <a:ext cx="3902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1400" dirty="0">
                <a:solidFill>
                  <a:schemeClr val="bg1"/>
                </a:solidFill>
                <a:latin typeface="A Hana" panose="00000400000000000000" pitchFamily="2" charset="-78"/>
                <a:cs typeface="B Nazanin" panose="00000400000000000000" pitchFamily="2" charset="-78"/>
              </a:rPr>
              <a:t>بازبین تغییرات را بررسی کرده و آن‌ها را قابل قبول می‌داند</a:t>
            </a:r>
            <a:endParaRPr lang="fa-IR" sz="1400" dirty="0">
              <a:solidFill>
                <a:schemeClr val="bg1"/>
              </a:solidFill>
              <a:effectLst/>
              <a:latin typeface="A Hana" panose="00000400000000000000" pitchFamily="2" charset="-78"/>
              <a:cs typeface="B Nazanin" panose="00000400000000000000" pitchFamily="2" charset="-78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8D633B6-F6B7-D099-178D-3BD0DB22A9AE}"/>
              </a:ext>
            </a:extLst>
          </p:cNvPr>
          <p:cNvSpPr/>
          <p:nvPr/>
        </p:nvSpPr>
        <p:spPr>
          <a:xfrm>
            <a:off x="5955923" y="3354983"/>
            <a:ext cx="548739" cy="5487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EBAAB4D-C8B7-7D8B-0BA2-4D876BAE0E0E}"/>
              </a:ext>
            </a:extLst>
          </p:cNvPr>
          <p:cNvSpPr/>
          <p:nvPr/>
        </p:nvSpPr>
        <p:spPr>
          <a:xfrm>
            <a:off x="5955923" y="4649341"/>
            <a:ext cx="548739" cy="54873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✔</a:t>
            </a:r>
            <a:endParaRPr lang="en-US" dirty="0"/>
          </a:p>
        </p:txBody>
      </p:sp>
      <p:pic>
        <p:nvPicPr>
          <p:cNvPr id="44" name="Picture Placeholder 99">
            <a:extLst>
              <a:ext uri="{FF2B5EF4-FFF2-40B4-BE49-F238E27FC236}">
                <a16:creationId xmlns:a16="http://schemas.microsoft.com/office/drawing/2014/main" id="{7AE59A2E-00D2-0357-62EC-9B2BF71EBB7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16" t="-1156" r="4084" b="1156"/>
          <a:stretch>
            <a:fillRect/>
          </a:stretch>
        </p:blipFill>
        <p:spPr>
          <a:xfrm>
            <a:off x="7151449" y="1986223"/>
            <a:ext cx="2694719" cy="4368958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D45A176-AEF0-B6EC-4065-A1BFA575E605}"/>
              </a:ext>
            </a:extLst>
          </p:cNvPr>
          <p:cNvSpPr txBox="1"/>
          <p:nvPr/>
        </p:nvSpPr>
        <p:spPr>
          <a:xfrm>
            <a:off x="1803023" y="1443923"/>
            <a:ext cx="80327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سه نوع اقدام رایج در</a:t>
            </a:r>
            <a:r>
              <a:rPr lang="en-US" sz="2000" dirty="0">
                <a:solidFill>
                  <a:schemeClr val="bg1"/>
                </a:solidFill>
                <a:cs typeface="B Nazanin" panose="00000400000000000000" pitchFamily="2" charset="-78"/>
              </a:rPr>
              <a:t>Pull Request</a:t>
            </a:r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>
                <a:solidFill>
                  <a:schemeClr val="bg1"/>
                </a:solidFill>
                <a:cs typeface="B Nazanin" panose="00000400000000000000" pitchFamily="2" charset="-78"/>
              </a:rPr>
              <a:t>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51473E9-AC57-BC2C-0D88-6AD23DCA9C5E}"/>
              </a:ext>
            </a:extLst>
          </p:cNvPr>
          <p:cNvSpPr txBox="1"/>
          <p:nvPr/>
        </p:nvSpPr>
        <p:spPr>
          <a:xfrm>
            <a:off x="1066851" y="5616840"/>
            <a:ext cx="59304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solidFill>
                  <a:schemeClr val="accent5">
                    <a:lumMod val="60000"/>
                    <a:lumOff val="40000"/>
                  </a:schemeClr>
                </a:solidFill>
                <a:cs typeface="B Nazanin" panose="00000400000000000000" pitchFamily="2" charset="-78"/>
              </a:rPr>
              <a:t>توجه: </a:t>
            </a:r>
          </a:p>
          <a:p>
            <a:pPr algn="r" rtl="1"/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تأیید به‌تنهایی تضمین نمی‌کند که کد بدون خطاست؛ تست‌ها و کنترل‌های پروژه نیز اهمیت دارند.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1DA7D5EF-A0A9-ECC4-716C-6A1AFBF415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86814" y="2221260"/>
            <a:ext cx="291846" cy="291844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4F48E337-380F-5C78-0E1E-B09C66CB30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95174" y="3478600"/>
            <a:ext cx="265974" cy="32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9581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13" grpId="0" animBg="1"/>
      <p:bldP spid="14" grpId="0"/>
      <p:bldP spid="18" grpId="0" animBg="1"/>
      <p:bldP spid="20" grpId="0"/>
      <p:bldP spid="22" grpId="0" animBg="1"/>
      <p:bldP spid="24" grpId="0"/>
      <p:bldP spid="25" grpId="0"/>
      <p:bldP spid="35" grpId="0" animBg="1"/>
      <p:bldP spid="36" grpId="0"/>
      <p:bldP spid="37" grpId="0"/>
      <p:bldP spid="39" grpId="0" animBg="1"/>
      <p:bldP spid="42" grpId="0" animBg="1"/>
      <p:bldP spid="47" grpId="0"/>
      <p:bldP spid="5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88BC2A-A7CF-702F-97B7-46042D0E9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F4F9B55E-F425-C502-9CE6-F677704DC095}"/>
              </a:ext>
            </a:extLst>
          </p:cNvPr>
          <p:cNvSpPr/>
          <p:nvPr/>
        </p:nvSpPr>
        <p:spPr>
          <a:xfrm rot="16200000">
            <a:off x="11009318" y="4436804"/>
            <a:ext cx="647701" cy="1717672"/>
          </a:xfrm>
          <a:prstGeom prst="round2Same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73A053F-E2D8-D5E5-3554-E193BFDEDB85}"/>
              </a:ext>
            </a:extLst>
          </p:cNvPr>
          <p:cNvSpPr/>
          <p:nvPr/>
        </p:nvSpPr>
        <p:spPr>
          <a:xfrm>
            <a:off x="6416097" y="2205253"/>
            <a:ext cx="3244097" cy="3617404"/>
          </a:xfrm>
          <a:custGeom>
            <a:avLst/>
            <a:gdLst>
              <a:gd name="csX0" fmla="*/ 0 w 3244097"/>
              <a:gd name="csY0" fmla="*/ 318376 h 3617404"/>
              <a:gd name="csX1" fmla="*/ 318376 w 3244097"/>
              <a:gd name="csY1" fmla="*/ 0 h 3617404"/>
              <a:gd name="csX2" fmla="*/ 865918 w 3244097"/>
              <a:gd name="csY2" fmla="*/ 0 h 3617404"/>
              <a:gd name="csX3" fmla="*/ 1335241 w 3244097"/>
              <a:gd name="csY3" fmla="*/ 0 h 3617404"/>
              <a:gd name="csX4" fmla="*/ 1882783 w 3244097"/>
              <a:gd name="csY4" fmla="*/ 0 h 3617404"/>
              <a:gd name="csX5" fmla="*/ 2326032 w 3244097"/>
              <a:gd name="csY5" fmla="*/ 0 h 3617404"/>
              <a:gd name="csX6" fmla="*/ 2925721 w 3244097"/>
              <a:gd name="csY6" fmla="*/ 0 h 3617404"/>
              <a:gd name="csX7" fmla="*/ 3244097 w 3244097"/>
              <a:gd name="csY7" fmla="*/ 318376 h 3617404"/>
              <a:gd name="csX8" fmla="*/ 3244097 w 3244097"/>
              <a:gd name="csY8" fmla="*/ 914506 h 3617404"/>
              <a:gd name="csX9" fmla="*/ 3244097 w 3244097"/>
              <a:gd name="csY9" fmla="*/ 1540443 h 3617404"/>
              <a:gd name="csX10" fmla="*/ 3244097 w 3244097"/>
              <a:gd name="csY10" fmla="*/ 2076961 h 3617404"/>
              <a:gd name="csX11" fmla="*/ 3244097 w 3244097"/>
              <a:gd name="csY11" fmla="*/ 2583672 h 3617404"/>
              <a:gd name="csX12" fmla="*/ 3244097 w 3244097"/>
              <a:gd name="csY12" fmla="*/ 3299028 h 3617404"/>
              <a:gd name="csX13" fmla="*/ 2925721 w 3244097"/>
              <a:gd name="csY13" fmla="*/ 3617404 h 3617404"/>
              <a:gd name="csX14" fmla="*/ 2482472 w 3244097"/>
              <a:gd name="csY14" fmla="*/ 3617404 h 3617404"/>
              <a:gd name="csX15" fmla="*/ 1908856 w 3244097"/>
              <a:gd name="csY15" fmla="*/ 3617404 h 3617404"/>
              <a:gd name="csX16" fmla="*/ 1387387 w 3244097"/>
              <a:gd name="csY16" fmla="*/ 3617404 h 3617404"/>
              <a:gd name="csX17" fmla="*/ 813772 w 3244097"/>
              <a:gd name="csY17" fmla="*/ 3617404 h 3617404"/>
              <a:gd name="csX18" fmla="*/ 318376 w 3244097"/>
              <a:gd name="csY18" fmla="*/ 3617404 h 3617404"/>
              <a:gd name="csX19" fmla="*/ 0 w 3244097"/>
              <a:gd name="csY19" fmla="*/ 3299028 h 3617404"/>
              <a:gd name="csX20" fmla="*/ 0 w 3244097"/>
              <a:gd name="csY20" fmla="*/ 2732704 h 3617404"/>
              <a:gd name="csX21" fmla="*/ 0 w 3244097"/>
              <a:gd name="csY21" fmla="*/ 2136574 h 3617404"/>
              <a:gd name="csX22" fmla="*/ 0 w 3244097"/>
              <a:gd name="csY22" fmla="*/ 1629863 h 3617404"/>
              <a:gd name="csX23" fmla="*/ 0 w 3244097"/>
              <a:gd name="csY23" fmla="*/ 974119 h 3617404"/>
              <a:gd name="csX24" fmla="*/ 0 w 3244097"/>
              <a:gd name="csY24" fmla="*/ 318376 h 36174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244097" h="3617404" fill="none" extrusionOk="0">
                <a:moveTo>
                  <a:pt x="0" y="318376"/>
                </a:moveTo>
                <a:cubicBezTo>
                  <a:pt x="-19225" y="181135"/>
                  <a:pt x="117810" y="-32816"/>
                  <a:pt x="318376" y="0"/>
                </a:cubicBezTo>
                <a:cubicBezTo>
                  <a:pt x="538032" y="-61981"/>
                  <a:pt x="731622" y="17217"/>
                  <a:pt x="865918" y="0"/>
                </a:cubicBezTo>
                <a:cubicBezTo>
                  <a:pt x="1000214" y="-17217"/>
                  <a:pt x="1149191" y="33503"/>
                  <a:pt x="1335241" y="0"/>
                </a:cubicBezTo>
                <a:cubicBezTo>
                  <a:pt x="1521291" y="-33503"/>
                  <a:pt x="1696360" y="6668"/>
                  <a:pt x="1882783" y="0"/>
                </a:cubicBezTo>
                <a:cubicBezTo>
                  <a:pt x="2069206" y="-6668"/>
                  <a:pt x="2198042" y="231"/>
                  <a:pt x="2326032" y="0"/>
                </a:cubicBezTo>
                <a:cubicBezTo>
                  <a:pt x="2454022" y="-231"/>
                  <a:pt x="2638314" y="55582"/>
                  <a:pt x="2925721" y="0"/>
                </a:cubicBezTo>
                <a:cubicBezTo>
                  <a:pt x="3111951" y="9640"/>
                  <a:pt x="3279526" y="121359"/>
                  <a:pt x="3244097" y="318376"/>
                </a:cubicBezTo>
                <a:cubicBezTo>
                  <a:pt x="3277282" y="550907"/>
                  <a:pt x="3229913" y="628650"/>
                  <a:pt x="3244097" y="914506"/>
                </a:cubicBezTo>
                <a:cubicBezTo>
                  <a:pt x="3258281" y="1200362"/>
                  <a:pt x="3174081" y="1267704"/>
                  <a:pt x="3244097" y="1540443"/>
                </a:cubicBezTo>
                <a:cubicBezTo>
                  <a:pt x="3314113" y="1813182"/>
                  <a:pt x="3192998" y="1863152"/>
                  <a:pt x="3244097" y="2076961"/>
                </a:cubicBezTo>
                <a:cubicBezTo>
                  <a:pt x="3295196" y="2290770"/>
                  <a:pt x="3228725" y="2462328"/>
                  <a:pt x="3244097" y="2583672"/>
                </a:cubicBezTo>
                <a:cubicBezTo>
                  <a:pt x="3259469" y="2705016"/>
                  <a:pt x="3188073" y="2984014"/>
                  <a:pt x="3244097" y="3299028"/>
                </a:cubicBezTo>
                <a:cubicBezTo>
                  <a:pt x="3250891" y="3491468"/>
                  <a:pt x="3133891" y="3649393"/>
                  <a:pt x="2925721" y="3617404"/>
                </a:cubicBezTo>
                <a:cubicBezTo>
                  <a:pt x="2828404" y="3642330"/>
                  <a:pt x="2698407" y="3582192"/>
                  <a:pt x="2482472" y="3617404"/>
                </a:cubicBezTo>
                <a:cubicBezTo>
                  <a:pt x="2266537" y="3652616"/>
                  <a:pt x="2157637" y="3557933"/>
                  <a:pt x="1908856" y="3617404"/>
                </a:cubicBezTo>
                <a:cubicBezTo>
                  <a:pt x="1660075" y="3676875"/>
                  <a:pt x="1591297" y="3617089"/>
                  <a:pt x="1387387" y="3617404"/>
                </a:cubicBezTo>
                <a:cubicBezTo>
                  <a:pt x="1183477" y="3617719"/>
                  <a:pt x="1056106" y="3559496"/>
                  <a:pt x="813772" y="3617404"/>
                </a:cubicBezTo>
                <a:cubicBezTo>
                  <a:pt x="571438" y="3675312"/>
                  <a:pt x="531502" y="3616607"/>
                  <a:pt x="318376" y="3617404"/>
                </a:cubicBezTo>
                <a:cubicBezTo>
                  <a:pt x="136915" y="3638014"/>
                  <a:pt x="4780" y="3466811"/>
                  <a:pt x="0" y="3299028"/>
                </a:cubicBezTo>
                <a:cubicBezTo>
                  <a:pt x="-57966" y="3095580"/>
                  <a:pt x="21057" y="2909402"/>
                  <a:pt x="0" y="2732704"/>
                </a:cubicBezTo>
                <a:cubicBezTo>
                  <a:pt x="-21057" y="2556006"/>
                  <a:pt x="47324" y="2419672"/>
                  <a:pt x="0" y="2136574"/>
                </a:cubicBezTo>
                <a:cubicBezTo>
                  <a:pt x="-47324" y="1853476"/>
                  <a:pt x="12373" y="1782522"/>
                  <a:pt x="0" y="1629863"/>
                </a:cubicBezTo>
                <a:cubicBezTo>
                  <a:pt x="-12373" y="1477204"/>
                  <a:pt x="15552" y="1237055"/>
                  <a:pt x="0" y="974119"/>
                </a:cubicBezTo>
                <a:cubicBezTo>
                  <a:pt x="-15552" y="711183"/>
                  <a:pt x="48503" y="510137"/>
                  <a:pt x="0" y="318376"/>
                </a:cubicBezTo>
                <a:close/>
              </a:path>
              <a:path w="3244097" h="3617404" stroke="0" extrusionOk="0">
                <a:moveTo>
                  <a:pt x="0" y="318376"/>
                </a:moveTo>
                <a:cubicBezTo>
                  <a:pt x="-21435" y="129320"/>
                  <a:pt x="95769" y="17555"/>
                  <a:pt x="318376" y="0"/>
                </a:cubicBezTo>
                <a:cubicBezTo>
                  <a:pt x="548552" y="-51405"/>
                  <a:pt x="657328" y="58543"/>
                  <a:pt x="891992" y="0"/>
                </a:cubicBezTo>
                <a:cubicBezTo>
                  <a:pt x="1126656" y="-58543"/>
                  <a:pt x="1184872" y="39591"/>
                  <a:pt x="1387387" y="0"/>
                </a:cubicBezTo>
                <a:cubicBezTo>
                  <a:pt x="1589902" y="-39591"/>
                  <a:pt x="1752019" y="27302"/>
                  <a:pt x="1856710" y="0"/>
                </a:cubicBezTo>
                <a:cubicBezTo>
                  <a:pt x="1961401" y="-27302"/>
                  <a:pt x="2282815" y="3349"/>
                  <a:pt x="2404252" y="0"/>
                </a:cubicBezTo>
                <a:cubicBezTo>
                  <a:pt x="2525689" y="-3349"/>
                  <a:pt x="2726645" y="58016"/>
                  <a:pt x="2925721" y="0"/>
                </a:cubicBezTo>
                <a:cubicBezTo>
                  <a:pt x="3123150" y="-35142"/>
                  <a:pt x="3238762" y="147230"/>
                  <a:pt x="3244097" y="318376"/>
                </a:cubicBezTo>
                <a:cubicBezTo>
                  <a:pt x="3309772" y="528897"/>
                  <a:pt x="3211040" y="734134"/>
                  <a:pt x="3244097" y="914506"/>
                </a:cubicBezTo>
                <a:cubicBezTo>
                  <a:pt x="3277154" y="1094878"/>
                  <a:pt x="3241087" y="1285769"/>
                  <a:pt x="3244097" y="1421217"/>
                </a:cubicBezTo>
                <a:cubicBezTo>
                  <a:pt x="3247107" y="1556665"/>
                  <a:pt x="3201317" y="1805441"/>
                  <a:pt x="3244097" y="2017348"/>
                </a:cubicBezTo>
                <a:cubicBezTo>
                  <a:pt x="3286877" y="2229255"/>
                  <a:pt x="3235915" y="2471527"/>
                  <a:pt x="3244097" y="2613478"/>
                </a:cubicBezTo>
                <a:cubicBezTo>
                  <a:pt x="3252279" y="2755429"/>
                  <a:pt x="3215245" y="3145205"/>
                  <a:pt x="3244097" y="3299028"/>
                </a:cubicBezTo>
                <a:cubicBezTo>
                  <a:pt x="3259937" y="3494265"/>
                  <a:pt x="3125382" y="3596542"/>
                  <a:pt x="2925721" y="3617404"/>
                </a:cubicBezTo>
                <a:cubicBezTo>
                  <a:pt x="2810246" y="3627909"/>
                  <a:pt x="2649554" y="3593686"/>
                  <a:pt x="2404252" y="3617404"/>
                </a:cubicBezTo>
                <a:cubicBezTo>
                  <a:pt x="2158950" y="3641122"/>
                  <a:pt x="1995697" y="3560573"/>
                  <a:pt x="1882783" y="3617404"/>
                </a:cubicBezTo>
                <a:cubicBezTo>
                  <a:pt x="1769869" y="3674235"/>
                  <a:pt x="1584210" y="3604775"/>
                  <a:pt x="1309167" y="3617404"/>
                </a:cubicBezTo>
                <a:cubicBezTo>
                  <a:pt x="1034124" y="3630033"/>
                  <a:pt x="914686" y="3607615"/>
                  <a:pt x="787698" y="3617404"/>
                </a:cubicBezTo>
                <a:cubicBezTo>
                  <a:pt x="660710" y="3627193"/>
                  <a:pt x="432500" y="3595579"/>
                  <a:pt x="318376" y="3617404"/>
                </a:cubicBezTo>
                <a:cubicBezTo>
                  <a:pt x="111166" y="3618696"/>
                  <a:pt x="23904" y="3431771"/>
                  <a:pt x="0" y="3299028"/>
                </a:cubicBezTo>
                <a:cubicBezTo>
                  <a:pt x="-6856" y="3077294"/>
                  <a:pt x="32711" y="2885941"/>
                  <a:pt x="0" y="2673091"/>
                </a:cubicBezTo>
                <a:cubicBezTo>
                  <a:pt x="-32711" y="2460241"/>
                  <a:pt x="51939" y="2319857"/>
                  <a:pt x="0" y="2136574"/>
                </a:cubicBezTo>
                <a:cubicBezTo>
                  <a:pt x="-51939" y="1953291"/>
                  <a:pt x="62679" y="1791097"/>
                  <a:pt x="0" y="1540443"/>
                </a:cubicBezTo>
                <a:cubicBezTo>
                  <a:pt x="-62679" y="1289789"/>
                  <a:pt x="14537" y="1275101"/>
                  <a:pt x="0" y="1033732"/>
                </a:cubicBezTo>
                <a:cubicBezTo>
                  <a:pt x="-14537" y="792363"/>
                  <a:pt x="1348" y="660762"/>
                  <a:pt x="0" y="318376"/>
                </a:cubicBez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814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ایجاد شاخه جدید </a:t>
            </a:r>
            <a:r>
              <a:rPr lang="en-US" sz="1600" b="1" dirty="0"/>
              <a:t>Branch)</a:t>
            </a:r>
            <a:r>
              <a:rPr lang="fa-IR" sz="1600" b="1" dirty="0"/>
              <a:t>)</a:t>
            </a:r>
            <a:endParaRPr lang="en-US" sz="1600" b="1" dirty="0"/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اعمال تغییرات و ثبت نظرات</a:t>
            </a:r>
            <a:endParaRPr lang="en-US" sz="1600" b="1" dirty="0"/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ایجاد </a:t>
            </a:r>
            <a:r>
              <a:rPr lang="en-US" sz="1600" b="1" dirty="0"/>
              <a:t>Pull Request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بررسی فایل‌های تغییرکرده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ثبت کامنت روی خط موردنظر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اصلاح کد و اجرای تست‌ها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بررسی مجدد و تأیید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1600" b="1" dirty="0"/>
              <a:t>ادغام تغییرات </a:t>
            </a:r>
            <a:r>
              <a:rPr lang="en-US" sz="1600" b="1" dirty="0"/>
              <a:t>Merge)</a:t>
            </a:r>
            <a:r>
              <a:rPr lang="fa-IR" sz="1600" b="1" dirty="0"/>
              <a:t>)</a:t>
            </a:r>
            <a:endParaRPr lang="en-US" sz="1600" b="1" dirty="0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F99A112-D3F9-2B1B-1DFC-1A3FE77D7D62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35D54380-A469-57AF-77A5-4B6AE1E80121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BE39BC0D-5389-D29A-D3B6-447C7035F90A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A3B3C0A-278E-0FDB-26F2-4E63B50B5F2A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E4F6A45-D04D-1394-C91F-37A027A48CB1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F61BA196-4A3D-9046-05A2-3BB3F46218C0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17DCD23-B822-B0AA-1203-FBCF4BE3F599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82F586B-E007-F8DB-D51C-C002F7DCF812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1DDDF4F-AF7D-5313-9D53-6B32CF1209EA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9E26B03-1BD2-DDD0-4F71-9D31C3CC4AF7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3F728E4-A98E-2A39-D8D1-D92A5A83265D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BF5F3770-0A13-6446-F232-BDE4AF498BB8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82EEF3C-FED5-13D0-DA0B-924FE880B92B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72FFFF2-81F3-7BD9-0741-FC988371230B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068FD879-BFCB-6B64-6EBC-650A6C62AF55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CABB38-8484-B18D-9C81-65DA705A7D6B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7840CC9-818C-7938-4683-E637D2F31B1D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B0835381-7210-91B3-9662-8414C107DA28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53B328E-0E2C-E240-4002-2D4518842320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2D5D379-F423-46DD-EE70-167DA39116A4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571F6970-3124-496E-D570-D79A7EF19FBD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405003E-24EA-B00B-C569-ECC29A5435DF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BF374ED-336B-5C61-DED5-E0E55CA7A0FD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59BEAEC5-433A-87AF-AE57-9827A5217CFA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907E454-1E16-9C0A-FF54-1DDC03BD10A2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C0F27A1-6863-801A-17E8-ECC0B279C33B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BF4545CF-8A75-070C-4F28-04EDEC34F867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0DC271E-E82E-2988-66E1-FCB373D2726A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A3F8880-1FF2-401F-381C-2AC081DE6DCA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37DFDDA8-EC86-0205-1F20-15FF6488FCB2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3F801B-73CE-6B6C-FCC0-A1CB012846F9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201AD19-296E-CA47-E9A0-EA43FA9F9848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80B5598-CF3C-3E38-5E83-218587874C65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85CE0A1-D92C-47E3-D9AB-4982F1B99569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5FC6F76E-FA3D-0980-D36F-09D6622B4A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E0889321-9BA2-70EE-E00E-2D659C40D7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D710A697-F708-9699-451A-174B271527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D3F2D361-0AC3-29D1-91B9-64124E3FFD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C067D197-EA09-54F4-EAC9-E2B8C1EE45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E4CA9F20-50AC-3F64-4BE9-D5C19D10FD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5D96A68-319D-B1FD-ACB8-4EFCE835D9F3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3C019E8D-F619-CD80-BA3B-4B7B47D972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C12EEF61-8A93-11C7-1530-22B610D0A7E7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6DBB247B-6D37-1C54-1371-3B3E85A991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9379C58B-44D0-4CCC-4369-23383DD152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F701C68-0929-08E6-EEA4-DE5E5588DCC3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8455638-A016-4969-ADA0-952FE29FB33E}"/>
              </a:ext>
            </a:extLst>
          </p:cNvPr>
          <p:cNvSpPr txBox="1"/>
          <p:nvPr/>
        </p:nvSpPr>
        <p:spPr>
          <a:xfrm>
            <a:off x="4021792" y="452765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فرایند بررسی </a:t>
            </a:r>
            <a:r>
              <a:rPr lang="en-US" sz="4000" dirty="0">
                <a:solidFill>
                  <a:schemeClr val="bg1"/>
                </a:solidFill>
                <a:cs typeface="B Titr" panose="00000700000000000000" pitchFamily="2" charset="-78"/>
              </a:rPr>
              <a:t>Pull Request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0F34C8DF-1C80-C044-BEA5-D579DAD8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11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D9E7361-53A8-B564-2DE7-5084B7D18677}"/>
              </a:ext>
            </a:extLst>
          </p:cNvPr>
          <p:cNvGrpSpPr/>
          <p:nvPr/>
        </p:nvGrpSpPr>
        <p:grpSpPr>
          <a:xfrm>
            <a:off x="774372" y="3695406"/>
            <a:ext cx="5011284" cy="2955195"/>
            <a:chOff x="1474669" y="2898283"/>
            <a:chExt cx="5316849" cy="3135388"/>
          </a:xfrm>
          <a:effectLst>
            <a:outerShdw blurRad="1524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AAFA7E4-EC9A-53B0-B766-1B04ECD80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55" b="2255"/>
            <a:stretch/>
          </p:blipFill>
          <p:spPr>
            <a:xfrm>
              <a:off x="2236304" y="3210340"/>
              <a:ext cx="3737113" cy="2395331"/>
            </a:xfrm>
            <a:custGeom>
              <a:avLst/>
              <a:gdLst>
                <a:gd name="connsiteX0" fmla="*/ 0 w 3737113"/>
                <a:gd name="connsiteY0" fmla="*/ 0 h 2395331"/>
                <a:gd name="connsiteX1" fmla="*/ 3737113 w 3737113"/>
                <a:gd name="connsiteY1" fmla="*/ 0 h 2395331"/>
                <a:gd name="connsiteX2" fmla="*/ 3737113 w 3737113"/>
                <a:gd name="connsiteY2" fmla="*/ 2395331 h 2395331"/>
                <a:gd name="connsiteX3" fmla="*/ 0 w 3737113"/>
                <a:gd name="connsiteY3" fmla="*/ 2395331 h 2395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7113" h="2395331">
                  <a:moveTo>
                    <a:pt x="0" y="0"/>
                  </a:moveTo>
                  <a:lnTo>
                    <a:pt x="3737113" y="0"/>
                  </a:lnTo>
                  <a:lnTo>
                    <a:pt x="3737113" y="2395331"/>
                  </a:lnTo>
                  <a:lnTo>
                    <a:pt x="0" y="2395331"/>
                  </a:lnTo>
                  <a:close/>
                </a:path>
              </a:pathLst>
            </a:cu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E583935-2925-4A3F-BFC1-8740A4308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4669" y="2898283"/>
              <a:ext cx="5316849" cy="313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02826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EB3929-3F33-094E-A2B2-A45A06A70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EE81695E-C21C-E085-FF2D-87C4BCE5134A}"/>
              </a:ext>
            </a:extLst>
          </p:cNvPr>
          <p:cNvSpPr/>
          <p:nvPr/>
        </p:nvSpPr>
        <p:spPr>
          <a:xfrm rot="16200000">
            <a:off x="11009318" y="4436804"/>
            <a:ext cx="647701" cy="1717672"/>
          </a:xfrm>
          <a:prstGeom prst="round2Same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323D832-465B-9189-D276-7CC61C8AB91B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58937D61-D4F3-B347-8A18-AB8CDAFEB526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9C737F4A-3227-163A-BBB6-A7F9B7D88059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886E78C-60E7-F57F-34F0-FE78F79F8166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83B53FD-4507-49EF-D268-6167918E3B03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34CE4C42-CF80-B93E-F175-BE95C7CE0FDC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C5FD231-9C0E-FB9F-72D4-F6EB2DFCB805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9602A54-3A48-2A42-C84B-B5DCD57FEDDA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4DCDD60-0A56-8E44-8E4D-33706F62EF55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3AD745B-69DE-4340-064A-EE22274D2B1B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0EB4657-959A-8809-2EFB-080FEB72ADD8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EB7F0D6B-F99E-A8FD-26F0-5B1C02A16948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AF4DA87-5032-44CB-9730-B4A55A65C138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8D31FA3-F77E-DA9D-05D2-FC0C69BE648C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948D353F-C42B-B073-C5BB-FA2DCD3F7C6F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8404B44-EA14-6CBF-0E1C-3A3DF373E77F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5EA1BA3-7803-402C-16B5-EFE50094FAA1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BB6BE9B5-BCE8-98E5-FC6C-D3428E641C84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259FE1A-2FCB-CCC8-2E7C-63686E49DF43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C1A4F1-6F89-AB36-7656-85AE18BEB984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DF401E12-3750-998F-D801-1DD4D99A34C0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BA124CC-FC62-F787-C59D-19C850295C3E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6BCCCE6-E793-468F-96CA-B4AFF2B7FAEE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BF73A64C-071D-0D71-8325-947FD13EF115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AAE8B2E-2AEC-BAD0-EFBF-6B9DCB437CBB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3068F4D-25F4-490C-8F32-7C133F9BE45E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8776122F-E663-F89F-C177-4CB3C15A549E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F5889C6-68C7-8513-16AD-5924C567B231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C5B2DB8-F66B-594F-F5F3-0F44BF091D30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54E8824F-1D32-61D0-E116-CCE74A4687C8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DD4903-9523-DB3E-FCB1-979466FACDCF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8B1D03-5F90-5285-3C2E-4D27882EAEA9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D068CEC-363C-D388-2C7A-7BDFC162A1F5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A231694-B198-D7A8-FD7B-9A82883998F9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9C6942ED-69C8-8337-C38C-B25B5E74EC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CF0E7386-8B53-CC77-0676-023612E40C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265D1717-B177-F1B5-A0D1-7684C1BD59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B471754C-1917-A440-03EC-D5BD3A9455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674EC770-76EB-D184-8037-FFA507C100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4834EB04-EA86-49F7-9AAE-187948C63B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7DE175D-6E76-A90E-9C32-D16A7B78CFFC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B959773E-A69D-8EF0-B243-3B0144A328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E66D42B6-DD16-666D-9153-6ACF9586CA16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91D0463E-5422-B1BB-2D9D-0D5FED32E0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66EEC061-6718-77F6-B61B-82FF071C5D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4681CE4-36B5-719E-1552-94FC6362A93E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1397ED-CEAF-D3B6-EE76-C0E02B789097}"/>
              </a:ext>
            </a:extLst>
          </p:cNvPr>
          <p:cNvSpPr txBox="1"/>
          <p:nvPr/>
        </p:nvSpPr>
        <p:spPr>
          <a:xfrm>
            <a:off x="3950978" y="639166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مطالعه موردی واقعی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2777CA30-A90A-19DE-B39E-914A0BCFD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12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AEC66-742B-BE45-42C1-B36012BC7186}"/>
              </a:ext>
            </a:extLst>
          </p:cNvPr>
          <p:cNvSpPr txBox="1"/>
          <p:nvPr/>
        </p:nvSpPr>
        <p:spPr>
          <a:xfrm>
            <a:off x="1728315" y="1818752"/>
            <a:ext cx="768698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dirty="0">
                <a:solidFill>
                  <a:schemeClr val="bg1"/>
                </a:solidFill>
              </a:rPr>
              <a:t>ب</a:t>
            </a:r>
            <a:r>
              <a:rPr lang="en-US" dirty="0" err="1">
                <a:solidFill>
                  <a:schemeClr val="bg1"/>
                </a:solidFill>
              </a:rPr>
              <a:t>رای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درک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بهتر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موضوع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می‌توانیم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همان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تابع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محاسبه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میانگین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به‌عنوان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یک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نمونه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عملی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نظر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بگیریم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نسخه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اولیه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تابع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برای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ورودی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خالی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خطا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ایجاد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می‌کرد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مرحله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بازبینی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این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مشکل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شناسایی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شد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پیشنهاد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شد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رفتار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تابع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برای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ورودی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خالی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مشخص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شود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سپس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برنامه‌نویس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اصلاح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کرد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تست‌های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مربوط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ورودی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معمولی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ورودی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خالی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نوشت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اگر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بخواهیم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این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فرایند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GitHub </a:t>
            </a:r>
            <a:r>
              <a:rPr lang="en-US" dirty="0" err="1">
                <a:solidFill>
                  <a:schemeClr val="bg1"/>
                </a:solidFill>
              </a:rPr>
              <a:t>نمایش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دهیم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می‌توانیم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یک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مخزن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آزمایشی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ایجاد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کنیم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کد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اولیه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یک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شاخه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قرار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دهیم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یک</a:t>
            </a:r>
            <a:r>
              <a:rPr lang="en-US" dirty="0">
                <a:solidFill>
                  <a:schemeClr val="bg1"/>
                </a:solidFill>
              </a:rPr>
              <a:t> Pull Request </a:t>
            </a:r>
            <a:r>
              <a:rPr lang="en-US" dirty="0" err="1">
                <a:solidFill>
                  <a:schemeClr val="bg1"/>
                </a:solidFill>
              </a:rPr>
              <a:t>بسازیم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کامنت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بازبین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روی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خط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مشکل‌دار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ثبت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کنیم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پس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از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اصلاح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کد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اجرای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تست‌ها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می‌توانیم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تغییرات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دوباره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بررسی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صورت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تأیید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ادغام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کنیم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توجه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مثال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بالا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یک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سناریوی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آموزشی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است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فایل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ارائه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جزئیات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یک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پروژه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واقعی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یا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اجرای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زنده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مشخصی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ارائه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نشده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است</a:t>
            </a:r>
            <a:r>
              <a:rPr lang="en-US" dirty="0"/>
              <a:t>.</a:t>
            </a: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8528677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CC9A0-A311-CF82-D9FA-C541EC606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A78BA7C2-9D96-0E77-2EA6-D55E45559621}"/>
              </a:ext>
            </a:extLst>
          </p:cNvPr>
          <p:cNvSpPr/>
          <p:nvPr/>
        </p:nvSpPr>
        <p:spPr>
          <a:xfrm rot="16200000">
            <a:off x="11009318" y="4436804"/>
            <a:ext cx="647701" cy="1717672"/>
          </a:xfrm>
          <a:prstGeom prst="round2Same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A552483-36FE-DB61-DA56-E44ABCCE3671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CC1BA29-DFD8-B081-A7EA-00DBE36D6AEF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382B212B-7583-299E-3811-CB277629F361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B82EC0F-1F86-1FA9-E575-F961F8BA9752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205DC6C2-97A4-8303-08C2-F3EABCDFC221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ACA47636-E495-037C-3DF9-668286386794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AC0DB5B-DE59-6499-ED0B-5C0DEE50DECC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BEBE62D-0D86-170D-419B-392AE12D98AA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75AD50D-0250-1E96-F0CC-6B84E5EBE6E4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D7F43D2-7816-F8BB-5C6C-3A61DC61A2A4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883288B-D80F-E2F6-4199-2207DDBD7D2F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A9F7B5EF-3381-1C90-44A2-F44F04D25074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6C5970E-141F-6B3D-6FC3-90B6595003AD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D465428-2736-5354-9D8E-A43DBF7253E0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A95AC4BE-3E2C-4E4D-954A-431DD52378C5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D092214-C04E-97B8-DBAC-8886B372B1AB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F664FA3-0619-4C3A-E7EB-1EBE5EF81CBD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853B5C15-8FF4-8F74-830C-FEC540BFD327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B23384F-CC6B-E240-264A-9394BF36197A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2010B22-197F-937D-3E67-1AACBEA557F9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9B0813E3-A835-F637-1527-5D6E3B461BD7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42EBC24-A8D2-C905-9FF9-655EF20F0CCD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5C47522-D232-DC7C-4EAC-3D2AA49E30D5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10E6CC3C-6E36-3B1B-AFEC-AFE48A5DCE8D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304B90D-9E03-F422-C720-B6A1CECF28DB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F79A3AF-B092-63BB-1039-05BB3D3DB587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EA338922-4916-65AE-5329-0FB7EAE188E5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35D5BC6-C087-F664-2FCB-B04BDAC23919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345949E-6E00-15BE-27D5-E929A902A914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7AA514BE-BA41-1BC7-C3D3-E8236340033A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5ED709F-EEC6-A3E1-E23E-45FC5B468E28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6B9A4C-05FE-F840-DFB2-46430EAEC9D6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6F2C20F-8399-A5A7-AA69-1E8DAEF2BB3F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3A5AD54-FE53-9813-A787-3A817C322FB5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24BAAC41-EA1E-F009-AEA5-670EC880D9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A5D1BBD8-E693-31FB-BB29-544737F1FC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50905084-6836-0928-4685-7D2FF34F1B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D3C834D2-C8A3-D2BC-CF2D-A2931CB841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4454CE50-B196-118D-9A69-8B68063C16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AF08F1BE-7768-D89F-46F8-B4858FFA98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F8C56EA-9CA6-5909-00CC-57162D928EB8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BC514026-79BB-B9B0-4BBA-51300E4055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18D54277-5E8E-E410-6F67-5AF8DE01B9E5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EF6A6425-A53C-7BD9-98AC-59CECC2F07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D1BEEC86-AA55-3BC7-F397-6D8920F9E6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9F41B97-E463-FA85-52E7-7B7B9143BA3F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D72C13-B2CD-8532-836C-C75EEA107A9F}"/>
              </a:ext>
            </a:extLst>
          </p:cNvPr>
          <p:cNvSpPr txBox="1"/>
          <p:nvPr/>
        </p:nvSpPr>
        <p:spPr>
          <a:xfrm>
            <a:off x="3950978" y="639166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دمو عملی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59C9EE5D-A399-6AE0-7290-43F7FFA91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44768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233B5E-C8A7-E0AC-AE74-51D8E7FC1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F94F4B75-AE1C-0687-0437-C427A03F5422}"/>
              </a:ext>
            </a:extLst>
          </p:cNvPr>
          <p:cNvSpPr/>
          <p:nvPr/>
        </p:nvSpPr>
        <p:spPr>
          <a:xfrm rot="16200000">
            <a:off x="11009318" y="4436804"/>
            <a:ext cx="647701" cy="1717672"/>
          </a:xfrm>
          <a:prstGeom prst="round2Same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6B6FF54-0729-9F92-B884-9136C9B3EEF8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5E98F6AD-E679-8E16-0EFB-6E8B776A9A82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BE29E096-D732-3B3F-EB8B-AFD8C846F80D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BF6A302-40C9-F921-5393-F5A23C9C8753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07416D0-EF45-60D9-06A7-DA7815281E59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4E59DADC-504D-445D-C793-0AC4E84FE9A6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55DF239-DCAA-DA10-14BA-88F1254C965A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320EE8F-6D50-804A-C81A-D5E7182B689A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C427DDC-6892-7489-29CB-E5E1A3F5ECB0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C07B85C-6DFC-88B9-4546-B1FFF5506005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DD83AD-98E7-B757-A954-B4D7C77B388C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4666082C-F1D5-D42F-20C1-147B8923CF13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7A7C4A9-A4C2-73B9-233E-B418CC224926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44F88FA-501D-2318-4D84-839716564983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2CE6DE94-BDC2-BD4A-7B47-3FE7DE3845DC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1C41EB4-D06F-CD19-996E-EC9AC975828C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53CA8A6-28F8-63F4-2E3D-F49DEC6261D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A0456833-073A-7B56-8AB7-B2BBEA0A8D6D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A98FCB-3F7F-82D0-626C-14B400CEFCB5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1F4391D-7411-832B-9DDF-6A61394B21B9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B061E952-0C4B-B68C-E4D5-784FA1E8549D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6B966AC-4785-C64D-5D65-83E0E7F712C2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6B2D322-BAE9-31DF-47D0-102ECD1EB9BD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9B2279AF-EADF-EF80-AD76-D9BC0F9243F0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6FEB347-871E-BCC8-ABA0-85D5AB22A4B6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ED034F8-417C-5F31-0067-A27B9BF4B40A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F32558CB-F753-E4A7-DC94-B38DFFA6D449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3037861-6932-DB1D-77B5-74B9858BAAE7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56D2070-9E1A-74D8-E2C1-37A468BAB5C0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AABA7049-FDF7-90FC-85BD-26BB170B8D73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BEA221-36BA-C29C-5A83-7FBD80F2611D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02A0776-D082-F521-7C60-B0CD535DBF99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9BD19C0-DF4A-95CD-75AC-F336489A5A90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CFD77E6-CF0E-1E58-867E-883819A55729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C640E0A7-7C90-C2FE-B805-933F28D58E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DB6836C7-9867-A932-6065-E68D428AD5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1326FD70-6573-4C67-4DE5-506E70FB9E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D20C0916-F826-A9CB-B3B6-FF53377EBB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C231D192-597F-55BB-20EA-201CB8BDF9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AC379AFB-EC78-2498-7740-B2A0783FC6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9C1230D-BC65-AE5A-1235-AE726C7D7D65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F1984000-241E-1046-B830-81CC67D9CA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C4DC2F79-ADE1-61EE-C089-06BBFA52E21D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6C7612AA-0ED9-5893-8EE0-D4B8A3A31C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249DBD-CB66-6A05-10C8-137A2146E1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44494B1-8589-4641-209C-B819569D5379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31191D-271C-05E8-6B9C-AC301614BFC2}"/>
              </a:ext>
            </a:extLst>
          </p:cNvPr>
          <p:cNvSpPr txBox="1"/>
          <p:nvPr/>
        </p:nvSpPr>
        <p:spPr>
          <a:xfrm>
            <a:off x="3950978" y="639166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مستندات و همکاری تیمی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35D70CE3-FB05-4776-F3EB-5DE33A898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14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8EC6AD-BC9A-664B-1926-C83E6009C8D4}"/>
              </a:ext>
            </a:extLst>
          </p:cNvPr>
          <p:cNvSpPr txBox="1"/>
          <p:nvPr/>
        </p:nvSpPr>
        <p:spPr>
          <a:xfrm>
            <a:off x="2301737" y="2640540"/>
            <a:ext cx="66558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dirty="0" err="1">
                <a:solidFill>
                  <a:schemeClr val="bg1"/>
                </a:solidFill>
              </a:rPr>
              <a:t>یکی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دیگر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از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موضوعات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مهم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توسعه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نرم‌افزار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مستندسازی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همکاری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تیمی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است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وقتی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کدی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تغییر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می‌کند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ممکن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است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لازم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باشد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توضیحات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مربوط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آن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نیز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به‌روزرسانی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شوند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برای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مثال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اگر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رفتار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یک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تابع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تغییر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کند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بهتر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است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مستندات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آن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نیز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رفتار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جدید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هماهنگ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شوند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همچنین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وقتی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اعضای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تیم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کامنت‌های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دقیق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محترمانه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می‌نویسند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دانش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بیشتری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میان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آن‌ها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منتقل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می‌شود</a:t>
            </a:r>
            <a:r>
              <a:rPr lang="en-US" dirty="0">
                <a:solidFill>
                  <a:schemeClr val="bg1"/>
                </a:solidFill>
              </a:rPr>
              <a:t> و </a:t>
            </a:r>
            <a:r>
              <a:rPr lang="en-US" dirty="0" err="1">
                <a:solidFill>
                  <a:schemeClr val="bg1"/>
                </a:solidFill>
              </a:rPr>
              <a:t>درک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ساختار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پروژه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برای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افراد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جدید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آسان‌تر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خواهد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شد</a:t>
            </a:r>
            <a:r>
              <a:rPr lang="en-US" dirty="0"/>
              <a:t>. </a:t>
            </a:r>
            <a:br>
              <a:rPr lang="en-US" dirty="0"/>
            </a:b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4137468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6092F-91D3-89E0-D476-163EA6E69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2825852C-2C0E-BF25-6413-A6DDC76B5AB3}"/>
              </a:ext>
            </a:extLst>
          </p:cNvPr>
          <p:cNvSpPr/>
          <p:nvPr/>
        </p:nvSpPr>
        <p:spPr>
          <a:xfrm rot="16200000">
            <a:off x="11009319" y="5184666"/>
            <a:ext cx="647701" cy="1717672"/>
          </a:xfrm>
          <a:prstGeom prst="round2Same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2FF9BF0-29C8-2EAE-EE20-A0D608762B73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259C531-0753-799D-9C89-A73399290DB1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124A3FEB-E90E-F3D0-DC10-03F42832C669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3298B7B-2074-3D7D-EE3C-11C2601DF2F0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BFB7812E-F9B4-8374-EA13-B603DA84D2CF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C4876D03-0FA4-D00A-DEE3-B3A31C7E72E9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D0F432A-F281-A0C0-8663-64B50F68F2E7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2B95FA3-1EF3-9836-01EA-208A72D2B7D8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637D9D0-2E61-F914-7769-C41465DD5B8D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DB6A237-C25D-B652-6B10-E1F8D38D6016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7B17F3-A001-2BE6-8FB9-DCB6D7AC713B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7EC1BDF4-3A30-84C2-77F7-735A048EDD94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0C7BA55-9101-B446-390A-B77015194D49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45AF4D6-6A75-DFAB-8AC3-CB1B8F0A663B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49548070-04B5-1309-9E35-8281BAA1B081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C492898-C5F0-F3EA-9B0E-013A7C276BFA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EF90226-300C-458C-A80F-1863AF7BC15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8C95E0C9-A3A4-0CC6-88C2-CB64B8B1FC3E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6617721-1972-224A-A9BB-BC4108EB6EEE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6868C22-2D47-530F-0803-3E06EEC6810D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5A398A43-F58D-014A-3289-A032347442DE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EA7124F-AFF7-C1C3-0E7F-FFF42280D219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09BBD38-B172-8ABF-D81E-26FC25486705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6540EC91-4BC9-83DA-F54E-92936DA185A2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FD041B6-1012-6B04-5A9D-DAF9F5383496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E6A0D90-CF7A-9604-5021-158C8F6F6A26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A5D65595-B6BB-D7CD-E276-EB902DD2D300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0624BF1-80ED-1A25-279F-6E53A9C2AA2E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8490322-C2C3-3928-E641-572C2753C624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32F7CD09-A6A4-3C4E-D29B-434AAB6259C2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1E4A35-03EE-EDD4-3E7E-18B77C19C033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215E8A-9282-FC0B-E83A-3F2EB4F7C84F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67476D-55BD-7348-C822-7B6F8B5CA840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6C79257-1E66-3D66-A727-8EC1D68E17A5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F61D3655-0257-555E-F50A-B417037578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C94654AD-DDAD-7AA6-2331-A2D9EF952E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D9FB71EC-F648-B571-FB94-C6F8205460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A284B055-1F4C-FA72-479E-4B24117C3C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CBC0811E-B6EF-0540-298E-EFCCAE4F2C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4257ACB1-E8B3-836E-DD4D-A977AFC834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CD37ABA-4C17-4561-ED7F-2A4B5BB283D2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8F4660D3-E0FD-6F4E-4FAC-E7CFEBE5B3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B792F8DB-407F-47D3-E0DC-219D61090A0E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DAE0D7B3-D6EF-3FBF-8C85-46517A1DBC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DD5D1735-5284-718A-2598-AD9178659C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80A1A90-5F55-BCC2-39DA-A154AA1C2B7C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5CFD90-34B8-717E-0EB9-A9DB6702F0D0}"/>
              </a:ext>
            </a:extLst>
          </p:cNvPr>
          <p:cNvSpPr txBox="1"/>
          <p:nvPr/>
        </p:nvSpPr>
        <p:spPr>
          <a:xfrm>
            <a:off x="3950978" y="639166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جمع‌بندی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7F4BB685-9C42-5BA5-1F80-AACC5934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15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518FAB-C05D-5DCE-B8F7-15E7047929D1}"/>
              </a:ext>
            </a:extLst>
          </p:cNvPr>
          <p:cNvSpPr/>
          <p:nvPr/>
        </p:nvSpPr>
        <p:spPr>
          <a:xfrm>
            <a:off x="5760895" y="2451230"/>
            <a:ext cx="3227935" cy="9429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5AB81C1-7489-E3C0-921B-8A8BB20D760E}"/>
              </a:ext>
            </a:extLst>
          </p:cNvPr>
          <p:cNvGrpSpPr/>
          <p:nvPr/>
        </p:nvGrpSpPr>
        <p:grpSpPr>
          <a:xfrm>
            <a:off x="5760895" y="2269842"/>
            <a:ext cx="1277394" cy="715571"/>
            <a:chOff x="5691576" y="2694615"/>
            <a:chExt cx="1277394" cy="715571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A5EC28E-0D34-FA99-0EDB-EFE6469D575D}"/>
                </a:ext>
              </a:extLst>
            </p:cNvPr>
            <p:cNvSpPr/>
            <p:nvPr/>
          </p:nvSpPr>
          <p:spPr>
            <a:xfrm>
              <a:off x="6490528" y="2702587"/>
              <a:ext cx="478442" cy="173416"/>
            </a:xfrm>
            <a:custGeom>
              <a:avLst/>
              <a:gdLst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85750 h 285750"/>
                <a:gd name="connsiteX1" fmla="*/ 0 w 697230"/>
                <a:gd name="connsiteY1" fmla="*/ 281940 h 285750"/>
                <a:gd name="connsiteX2" fmla="*/ 434340 w 697230"/>
                <a:gd name="connsiteY2" fmla="*/ 0 h 285750"/>
                <a:gd name="connsiteX3" fmla="*/ 697230 w 697230"/>
                <a:gd name="connsiteY3" fmla="*/ 285750 h 28575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230" h="278130">
                  <a:moveTo>
                    <a:pt x="697230" y="278130"/>
                  </a:moveTo>
                  <a:lnTo>
                    <a:pt x="0" y="274320"/>
                  </a:lnTo>
                  <a:cubicBezTo>
                    <a:pt x="158318" y="182880"/>
                    <a:pt x="300842" y="43180"/>
                    <a:pt x="474955" y="0"/>
                  </a:cubicBezTo>
                  <a:cubicBezTo>
                    <a:pt x="574015" y="3810"/>
                    <a:pt x="613410" y="99060"/>
                    <a:pt x="697230" y="27813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18522CF-4201-C6CE-0254-111B0797DC98}"/>
                </a:ext>
              </a:extLst>
            </p:cNvPr>
            <p:cNvSpPr/>
            <p:nvPr/>
          </p:nvSpPr>
          <p:spPr>
            <a:xfrm>
              <a:off x="5691576" y="2694615"/>
              <a:ext cx="1147332" cy="715571"/>
            </a:xfrm>
            <a:custGeom>
              <a:avLst/>
              <a:gdLst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861 h 1173861"/>
                <a:gd name="connsiteX1" fmla="*/ 0 w 1882140"/>
                <a:gd name="connsiteY1" fmla="*/ 305181 h 1173861"/>
                <a:gd name="connsiteX2" fmla="*/ 144780 w 1882140"/>
                <a:gd name="connsiteY2" fmla="*/ 442341 h 1173861"/>
                <a:gd name="connsiteX3" fmla="*/ 640080 w 1882140"/>
                <a:gd name="connsiteY3" fmla="*/ 381 h 1173861"/>
                <a:gd name="connsiteX4" fmla="*/ 1882140 w 1882140"/>
                <a:gd name="connsiteY4" fmla="*/ 15621 h 1173861"/>
                <a:gd name="connsiteX5" fmla="*/ 777240 w 1882140"/>
                <a:gd name="connsiteY5" fmla="*/ 1006221 h 1173861"/>
                <a:gd name="connsiteX6" fmla="*/ 914400 w 1882140"/>
                <a:gd name="connsiteY6" fmla="*/ 1166241 h 1173861"/>
                <a:gd name="connsiteX7" fmla="*/ 7620 w 1882140"/>
                <a:gd name="connsiteY7" fmla="*/ 1173861 h 1173861"/>
                <a:gd name="connsiteX0" fmla="*/ 7620 w 1882140"/>
                <a:gd name="connsiteY0" fmla="*/ 1173858 h 1173858"/>
                <a:gd name="connsiteX1" fmla="*/ 0 w 1882140"/>
                <a:gd name="connsiteY1" fmla="*/ 305178 h 1173858"/>
                <a:gd name="connsiteX2" fmla="*/ 144780 w 1882140"/>
                <a:gd name="connsiteY2" fmla="*/ 442338 h 1173858"/>
                <a:gd name="connsiteX3" fmla="*/ 640080 w 1882140"/>
                <a:gd name="connsiteY3" fmla="*/ 378 h 1173858"/>
                <a:gd name="connsiteX4" fmla="*/ 1882140 w 1882140"/>
                <a:gd name="connsiteY4" fmla="*/ 15618 h 1173858"/>
                <a:gd name="connsiteX5" fmla="*/ 777240 w 1882140"/>
                <a:gd name="connsiteY5" fmla="*/ 1006218 h 1173858"/>
                <a:gd name="connsiteX6" fmla="*/ 914400 w 1882140"/>
                <a:gd name="connsiteY6" fmla="*/ 1166238 h 1173858"/>
                <a:gd name="connsiteX7" fmla="*/ 7620 w 1882140"/>
                <a:gd name="connsiteY7" fmla="*/ 1173858 h 1173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82140" h="1173858">
                  <a:moveTo>
                    <a:pt x="7620" y="1173858"/>
                  </a:moveTo>
                  <a:lnTo>
                    <a:pt x="0" y="305178"/>
                  </a:lnTo>
                  <a:lnTo>
                    <a:pt x="144780" y="442338"/>
                  </a:lnTo>
                  <a:cubicBezTo>
                    <a:pt x="323215" y="298828"/>
                    <a:pt x="574040" y="-12322"/>
                    <a:pt x="640080" y="378"/>
                  </a:cubicBezTo>
                  <a:lnTo>
                    <a:pt x="1882140" y="15618"/>
                  </a:lnTo>
                  <a:cubicBezTo>
                    <a:pt x="1670050" y="18158"/>
                    <a:pt x="1132205" y="655063"/>
                    <a:pt x="777240" y="1006218"/>
                  </a:cubicBezTo>
                  <a:lnTo>
                    <a:pt x="914400" y="1166238"/>
                  </a:lnTo>
                  <a:lnTo>
                    <a:pt x="7620" y="11738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93648962-3A84-FBF0-649E-BE4D2DE34F1A}"/>
              </a:ext>
            </a:extLst>
          </p:cNvPr>
          <p:cNvSpPr/>
          <p:nvPr/>
        </p:nvSpPr>
        <p:spPr>
          <a:xfrm flipV="1">
            <a:off x="5760895" y="3709814"/>
            <a:ext cx="3227935" cy="9429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79D496-3867-DAF2-B81F-1F7C5EF0CDEB}"/>
              </a:ext>
            </a:extLst>
          </p:cNvPr>
          <p:cNvGrpSpPr/>
          <p:nvPr/>
        </p:nvGrpSpPr>
        <p:grpSpPr>
          <a:xfrm>
            <a:off x="5760895" y="4118580"/>
            <a:ext cx="1277394" cy="715571"/>
            <a:chOff x="5691576" y="4543353"/>
            <a:chExt cx="1277394" cy="71557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64B1C30-B34A-18D4-DBC6-A2C6326D86CD}"/>
                </a:ext>
              </a:extLst>
            </p:cNvPr>
            <p:cNvSpPr/>
            <p:nvPr/>
          </p:nvSpPr>
          <p:spPr>
            <a:xfrm flipV="1">
              <a:off x="6490528" y="5077536"/>
              <a:ext cx="478442" cy="173416"/>
            </a:xfrm>
            <a:custGeom>
              <a:avLst/>
              <a:gdLst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85750 h 285750"/>
                <a:gd name="connsiteX1" fmla="*/ 0 w 697230"/>
                <a:gd name="connsiteY1" fmla="*/ 281940 h 285750"/>
                <a:gd name="connsiteX2" fmla="*/ 434340 w 697230"/>
                <a:gd name="connsiteY2" fmla="*/ 0 h 285750"/>
                <a:gd name="connsiteX3" fmla="*/ 697230 w 697230"/>
                <a:gd name="connsiteY3" fmla="*/ 285750 h 28575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230" h="278130">
                  <a:moveTo>
                    <a:pt x="697230" y="278130"/>
                  </a:moveTo>
                  <a:lnTo>
                    <a:pt x="0" y="274320"/>
                  </a:lnTo>
                  <a:cubicBezTo>
                    <a:pt x="158318" y="182880"/>
                    <a:pt x="300842" y="43180"/>
                    <a:pt x="474955" y="0"/>
                  </a:cubicBezTo>
                  <a:cubicBezTo>
                    <a:pt x="574015" y="3810"/>
                    <a:pt x="613410" y="99060"/>
                    <a:pt x="697230" y="278130"/>
                  </a:cubicBez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48E4BA9-14C1-400B-496F-33FCE3C9D89E}"/>
                </a:ext>
              </a:extLst>
            </p:cNvPr>
            <p:cNvSpPr/>
            <p:nvPr/>
          </p:nvSpPr>
          <p:spPr>
            <a:xfrm flipV="1">
              <a:off x="5691576" y="4543353"/>
              <a:ext cx="1147332" cy="715571"/>
            </a:xfrm>
            <a:custGeom>
              <a:avLst/>
              <a:gdLst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861 h 1173861"/>
                <a:gd name="connsiteX1" fmla="*/ 0 w 1882140"/>
                <a:gd name="connsiteY1" fmla="*/ 305181 h 1173861"/>
                <a:gd name="connsiteX2" fmla="*/ 144780 w 1882140"/>
                <a:gd name="connsiteY2" fmla="*/ 442341 h 1173861"/>
                <a:gd name="connsiteX3" fmla="*/ 640080 w 1882140"/>
                <a:gd name="connsiteY3" fmla="*/ 381 h 1173861"/>
                <a:gd name="connsiteX4" fmla="*/ 1882140 w 1882140"/>
                <a:gd name="connsiteY4" fmla="*/ 15621 h 1173861"/>
                <a:gd name="connsiteX5" fmla="*/ 777240 w 1882140"/>
                <a:gd name="connsiteY5" fmla="*/ 1006221 h 1173861"/>
                <a:gd name="connsiteX6" fmla="*/ 914400 w 1882140"/>
                <a:gd name="connsiteY6" fmla="*/ 1166241 h 1173861"/>
                <a:gd name="connsiteX7" fmla="*/ 7620 w 1882140"/>
                <a:gd name="connsiteY7" fmla="*/ 1173861 h 1173861"/>
                <a:gd name="connsiteX0" fmla="*/ 7620 w 1882140"/>
                <a:gd name="connsiteY0" fmla="*/ 1173858 h 1173858"/>
                <a:gd name="connsiteX1" fmla="*/ 0 w 1882140"/>
                <a:gd name="connsiteY1" fmla="*/ 305178 h 1173858"/>
                <a:gd name="connsiteX2" fmla="*/ 144780 w 1882140"/>
                <a:gd name="connsiteY2" fmla="*/ 442338 h 1173858"/>
                <a:gd name="connsiteX3" fmla="*/ 640080 w 1882140"/>
                <a:gd name="connsiteY3" fmla="*/ 378 h 1173858"/>
                <a:gd name="connsiteX4" fmla="*/ 1882140 w 1882140"/>
                <a:gd name="connsiteY4" fmla="*/ 15618 h 1173858"/>
                <a:gd name="connsiteX5" fmla="*/ 777240 w 1882140"/>
                <a:gd name="connsiteY5" fmla="*/ 1006218 h 1173858"/>
                <a:gd name="connsiteX6" fmla="*/ 914400 w 1882140"/>
                <a:gd name="connsiteY6" fmla="*/ 1166238 h 1173858"/>
                <a:gd name="connsiteX7" fmla="*/ 7620 w 1882140"/>
                <a:gd name="connsiteY7" fmla="*/ 1173858 h 1173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82140" h="1173858">
                  <a:moveTo>
                    <a:pt x="7620" y="1173858"/>
                  </a:moveTo>
                  <a:lnTo>
                    <a:pt x="0" y="305178"/>
                  </a:lnTo>
                  <a:lnTo>
                    <a:pt x="144780" y="442338"/>
                  </a:lnTo>
                  <a:cubicBezTo>
                    <a:pt x="323215" y="298828"/>
                    <a:pt x="574040" y="-12322"/>
                    <a:pt x="640080" y="378"/>
                  </a:cubicBezTo>
                  <a:lnTo>
                    <a:pt x="1882140" y="15618"/>
                  </a:lnTo>
                  <a:cubicBezTo>
                    <a:pt x="1670050" y="18158"/>
                    <a:pt x="1132205" y="655063"/>
                    <a:pt x="777240" y="1006218"/>
                  </a:cubicBezTo>
                  <a:lnTo>
                    <a:pt x="914400" y="1166238"/>
                  </a:lnTo>
                  <a:lnTo>
                    <a:pt x="7620" y="117385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9B23FA4-2723-1D13-6EDD-A494569D59BC}"/>
              </a:ext>
            </a:extLst>
          </p:cNvPr>
          <p:cNvSpPr/>
          <p:nvPr/>
        </p:nvSpPr>
        <p:spPr>
          <a:xfrm flipH="1">
            <a:off x="2256771" y="2451230"/>
            <a:ext cx="3227935" cy="9429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838B7D9-12DA-81B9-F430-BEB70D933467}"/>
              </a:ext>
            </a:extLst>
          </p:cNvPr>
          <p:cNvGrpSpPr/>
          <p:nvPr/>
        </p:nvGrpSpPr>
        <p:grpSpPr>
          <a:xfrm>
            <a:off x="4207311" y="2269842"/>
            <a:ext cx="1277394" cy="715571"/>
            <a:chOff x="4137992" y="2694615"/>
            <a:chExt cx="1277394" cy="71557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FA3D932-362A-6476-41D5-85590A100946}"/>
                </a:ext>
              </a:extLst>
            </p:cNvPr>
            <p:cNvSpPr/>
            <p:nvPr/>
          </p:nvSpPr>
          <p:spPr>
            <a:xfrm flipH="1">
              <a:off x="4137992" y="2702587"/>
              <a:ext cx="478442" cy="173416"/>
            </a:xfrm>
            <a:custGeom>
              <a:avLst/>
              <a:gdLst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85750 h 285750"/>
                <a:gd name="connsiteX1" fmla="*/ 0 w 697230"/>
                <a:gd name="connsiteY1" fmla="*/ 281940 h 285750"/>
                <a:gd name="connsiteX2" fmla="*/ 434340 w 697230"/>
                <a:gd name="connsiteY2" fmla="*/ 0 h 285750"/>
                <a:gd name="connsiteX3" fmla="*/ 697230 w 697230"/>
                <a:gd name="connsiteY3" fmla="*/ 285750 h 28575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230" h="278130">
                  <a:moveTo>
                    <a:pt x="697230" y="278130"/>
                  </a:moveTo>
                  <a:lnTo>
                    <a:pt x="0" y="274320"/>
                  </a:lnTo>
                  <a:cubicBezTo>
                    <a:pt x="158318" y="182880"/>
                    <a:pt x="300842" y="43180"/>
                    <a:pt x="474955" y="0"/>
                  </a:cubicBezTo>
                  <a:cubicBezTo>
                    <a:pt x="574015" y="3810"/>
                    <a:pt x="613410" y="99060"/>
                    <a:pt x="697230" y="27813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1038081-E2D3-C78D-2C11-733264DD920E}"/>
                </a:ext>
              </a:extLst>
            </p:cNvPr>
            <p:cNvSpPr/>
            <p:nvPr/>
          </p:nvSpPr>
          <p:spPr>
            <a:xfrm flipH="1">
              <a:off x="4268054" y="2694615"/>
              <a:ext cx="1147332" cy="715571"/>
            </a:xfrm>
            <a:custGeom>
              <a:avLst/>
              <a:gdLst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861 h 1173861"/>
                <a:gd name="connsiteX1" fmla="*/ 0 w 1882140"/>
                <a:gd name="connsiteY1" fmla="*/ 305181 h 1173861"/>
                <a:gd name="connsiteX2" fmla="*/ 144780 w 1882140"/>
                <a:gd name="connsiteY2" fmla="*/ 442341 h 1173861"/>
                <a:gd name="connsiteX3" fmla="*/ 640080 w 1882140"/>
                <a:gd name="connsiteY3" fmla="*/ 381 h 1173861"/>
                <a:gd name="connsiteX4" fmla="*/ 1882140 w 1882140"/>
                <a:gd name="connsiteY4" fmla="*/ 15621 h 1173861"/>
                <a:gd name="connsiteX5" fmla="*/ 777240 w 1882140"/>
                <a:gd name="connsiteY5" fmla="*/ 1006221 h 1173861"/>
                <a:gd name="connsiteX6" fmla="*/ 914400 w 1882140"/>
                <a:gd name="connsiteY6" fmla="*/ 1166241 h 1173861"/>
                <a:gd name="connsiteX7" fmla="*/ 7620 w 1882140"/>
                <a:gd name="connsiteY7" fmla="*/ 1173861 h 1173861"/>
                <a:gd name="connsiteX0" fmla="*/ 7620 w 1882140"/>
                <a:gd name="connsiteY0" fmla="*/ 1173858 h 1173858"/>
                <a:gd name="connsiteX1" fmla="*/ 0 w 1882140"/>
                <a:gd name="connsiteY1" fmla="*/ 305178 h 1173858"/>
                <a:gd name="connsiteX2" fmla="*/ 144780 w 1882140"/>
                <a:gd name="connsiteY2" fmla="*/ 442338 h 1173858"/>
                <a:gd name="connsiteX3" fmla="*/ 640080 w 1882140"/>
                <a:gd name="connsiteY3" fmla="*/ 378 h 1173858"/>
                <a:gd name="connsiteX4" fmla="*/ 1882140 w 1882140"/>
                <a:gd name="connsiteY4" fmla="*/ 15618 h 1173858"/>
                <a:gd name="connsiteX5" fmla="*/ 777240 w 1882140"/>
                <a:gd name="connsiteY5" fmla="*/ 1006218 h 1173858"/>
                <a:gd name="connsiteX6" fmla="*/ 914400 w 1882140"/>
                <a:gd name="connsiteY6" fmla="*/ 1166238 h 1173858"/>
                <a:gd name="connsiteX7" fmla="*/ 7620 w 1882140"/>
                <a:gd name="connsiteY7" fmla="*/ 1173858 h 1173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82140" h="1173858">
                  <a:moveTo>
                    <a:pt x="7620" y="1173858"/>
                  </a:moveTo>
                  <a:lnTo>
                    <a:pt x="0" y="305178"/>
                  </a:lnTo>
                  <a:lnTo>
                    <a:pt x="144780" y="442338"/>
                  </a:lnTo>
                  <a:cubicBezTo>
                    <a:pt x="323215" y="298828"/>
                    <a:pt x="574040" y="-12322"/>
                    <a:pt x="640080" y="378"/>
                  </a:cubicBezTo>
                  <a:lnTo>
                    <a:pt x="1882140" y="15618"/>
                  </a:lnTo>
                  <a:cubicBezTo>
                    <a:pt x="1670050" y="18158"/>
                    <a:pt x="1132205" y="655063"/>
                    <a:pt x="777240" y="1006218"/>
                  </a:cubicBezTo>
                  <a:lnTo>
                    <a:pt x="914400" y="1166238"/>
                  </a:lnTo>
                  <a:lnTo>
                    <a:pt x="7620" y="11738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AE4FE47-9C1E-9CEB-4BA2-5D449466DE4F}"/>
              </a:ext>
            </a:extLst>
          </p:cNvPr>
          <p:cNvSpPr/>
          <p:nvPr/>
        </p:nvSpPr>
        <p:spPr>
          <a:xfrm flipH="1" flipV="1">
            <a:off x="2256771" y="3709814"/>
            <a:ext cx="3227935" cy="9429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8C9DD89-4F3D-D4E9-6FB1-574CB87A3E91}"/>
              </a:ext>
            </a:extLst>
          </p:cNvPr>
          <p:cNvGrpSpPr/>
          <p:nvPr/>
        </p:nvGrpSpPr>
        <p:grpSpPr>
          <a:xfrm>
            <a:off x="4207311" y="4118580"/>
            <a:ext cx="1277394" cy="715571"/>
            <a:chOff x="4137992" y="4543353"/>
            <a:chExt cx="1277394" cy="715571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55ED52-62DA-753B-9D9D-C2C15C0CE6A0}"/>
                </a:ext>
              </a:extLst>
            </p:cNvPr>
            <p:cNvSpPr/>
            <p:nvPr/>
          </p:nvSpPr>
          <p:spPr>
            <a:xfrm flipH="1" flipV="1">
              <a:off x="4137992" y="5077536"/>
              <a:ext cx="478442" cy="173416"/>
            </a:xfrm>
            <a:custGeom>
              <a:avLst/>
              <a:gdLst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97180 h 297180"/>
                <a:gd name="connsiteX1" fmla="*/ 0 w 697230"/>
                <a:gd name="connsiteY1" fmla="*/ 293370 h 297180"/>
                <a:gd name="connsiteX2" fmla="*/ 422910 w 697230"/>
                <a:gd name="connsiteY2" fmla="*/ 0 h 297180"/>
                <a:gd name="connsiteX3" fmla="*/ 697230 w 697230"/>
                <a:gd name="connsiteY3" fmla="*/ 297180 h 297180"/>
                <a:gd name="connsiteX0" fmla="*/ 697230 w 697230"/>
                <a:gd name="connsiteY0" fmla="*/ 285750 h 285750"/>
                <a:gd name="connsiteX1" fmla="*/ 0 w 697230"/>
                <a:gd name="connsiteY1" fmla="*/ 281940 h 285750"/>
                <a:gd name="connsiteX2" fmla="*/ 434340 w 697230"/>
                <a:gd name="connsiteY2" fmla="*/ 0 h 285750"/>
                <a:gd name="connsiteX3" fmla="*/ 697230 w 697230"/>
                <a:gd name="connsiteY3" fmla="*/ 285750 h 28575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  <a:gd name="connsiteX0" fmla="*/ 697230 w 697230"/>
                <a:gd name="connsiteY0" fmla="*/ 278130 h 278130"/>
                <a:gd name="connsiteX1" fmla="*/ 0 w 697230"/>
                <a:gd name="connsiteY1" fmla="*/ 274320 h 278130"/>
                <a:gd name="connsiteX2" fmla="*/ 474955 w 697230"/>
                <a:gd name="connsiteY2" fmla="*/ 0 h 278130"/>
                <a:gd name="connsiteX3" fmla="*/ 697230 w 697230"/>
                <a:gd name="connsiteY3" fmla="*/ 27813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230" h="278130">
                  <a:moveTo>
                    <a:pt x="697230" y="278130"/>
                  </a:moveTo>
                  <a:lnTo>
                    <a:pt x="0" y="274320"/>
                  </a:lnTo>
                  <a:cubicBezTo>
                    <a:pt x="158318" y="182880"/>
                    <a:pt x="300842" y="43180"/>
                    <a:pt x="474955" y="0"/>
                  </a:cubicBezTo>
                  <a:cubicBezTo>
                    <a:pt x="574015" y="3810"/>
                    <a:pt x="613410" y="99060"/>
                    <a:pt x="697230" y="27813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13F9C95-0163-725A-02BE-F9125E4094B3}"/>
                </a:ext>
              </a:extLst>
            </p:cNvPr>
            <p:cNvSpPr/>
            <p:nvPr/>
          </p:nvSpPr>
          <p:spPr>
            <a:xfrm flipH="1" flipV="1">
              <a:off x="4268054" y="4543353"/>
              <a:ext cx="1147332" cy="715571"/>
            </a:xfrm>
            <a:custGeom>
              <a:avLst/>
              <a:gdLst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480 h 1173480"/>
                <a:gd name="connsiteX1" fmla="*/ 0 w 1882140"/>
                <a:gd name="connsiteY1" fmla="*/ 304800 h 1173480"/>
                <a:gd name="connsiteX2" fmla="*/ 144780 w 1882140"/>
                <a:gd name="connsiteY2" fmla="*/ 441960 h 1173480"/>
                <a:gd name="connsiteX3" fmla="*/ 640080 w 1882140"/>
                <a:gd name="connsiteY3" fmla="*/ 0 h 1173480"/>
                <a:gd name="connsiteX4" fmla="*/ 1882140 w 1882140"/>
                <a:gd name="connsiteY4" fmla="*/ 15240 h 1173480"/>
                <a:gd name="connsiteX5" fmla="*/ 777240 w 1882140"/>
                <a:gd name="connsiteY5" fmla="*/ 1005840 h 1173480"/>
                <a:gd name="connsiteX6" fmla="*/ 914400 w 1882140"/>
                <a:gd name="connsiteY6" fmla="*/ 1165860 h 1173480"/>
                <a:gd name="connsiteX7" fmla="*/ 7620 w 1882140"/>
                <a:gd name="connsiteY7" fmla="*/ 1173480 h 1173480"/>
                <a:gd name="connsiteX0" fmla="*/ 7620 w 1882140"/>
                <a:gd name="connsiteY0" fmla="*/ 1173861 h 1173861"/>
                <a:gd name="connsiteX1" fmla="*/ 0 w 1882140"/>
                <a:gd name="connsiteY1" fmla="*/ 305181 h 1173861"/>
                <a:gd name="connsiteX2" fmla="*/ 144780 w 1882140"/>
                <a:gd name="connsiteY2" fmla="*/ 442341 h 1173861"/>
                <a:gd name="connsiteX3" fmla="*/ 640080 w 1882140"/>
                <a:gd name="connsiteY3" fmla="*/ 381 h 1173861"/>
                <a:gd name="connsiteX4" fmla="*/ 1882140 w 1882140"/>
                <a:gd name="connsiteY4" fmla="*/ 15621 h 1173861"/>
                <a:gd name="connsiteX5" fmla="*/ 777240 w 1882140"/>
                <a:gd name="connsiteY5" fmla="*/ 1006221 h 1173861"/>
                <a:gd name="connsiteX6" fmla="*/ 914400 w 1882140"/>
                <a:gd name="connsiteY6" fmla="*/ 1166241 h 1173861"/>
                <a:gd name="connsiteX7" fmla="*/ 7620 w 1882140"/>
                <a:gd name="connsiteY7" fmla="*/ 1173861 h 1173861"/>
                <a:gd name="connsiteX0" fmla="*/ 7620 w 1882140"/>
                <a:gd name="connsiteY0" fmla="*/ 1173858 h 1173858"/>
                <a:gd name="connsiteX1" fmla="*/ 0 w 1882140"/>
                <a:gd name="connsiteY1" fmla="*/ 305178 h 1173858"/>
                <a:gd name="connsiteX2" fmla="*/ 144780 w 1882140"/>
                <a:gd name="connsiteY2" fmla="*/ 442338 h 1173858"/>
                <a:gd name="connsiteX3" fmla="*/ 640080 w 1882140"/>
                <a:gd name="connsiteY3" fmla="*/ 378 h 1173858"/>
                <a:gd name="connsiteX4" fmla="*/ 1882140 w 1882140"/>
                <a:gd name="connsiteY4" fmla="*/ 15618 h 1173858"/>
                <a:gd name="connsiteX5" fmla="*/ 777240 w 1882140"/>
                <a:gd name="connsiteY5" fmla="*/ 1006218 h 1173858"/>
                <a:gd name="connsiteX6" fmla="*/ 914400 w 1882140"/>
                <a:gd name="connsiteY6" fmla="*/ 1166238 h 1173858"/>
                <a:gd name="connsiteX7" fmla="*/ 7620 w 1882140"/>
                <a:gd name="connsiteY7" fmla="*/ 1173858 h 1173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82140" h="1173858">
                  <a:moveTo>
                    <a:pt x="7620" y="1173858"/>
                  </a:moveTo>
                  <a:lnTo>
                    <a:pt x="0" y="305178"/>
                  </a:lnTo>
                  <a:lnTo>
                    <a:pt x="144780" y="442338"/>
                  </a:lnTo>
                  <a:cubicBezTo>
                    <a:pt x="323215" y="298828"/>
                    <a:pt x="574040" y="-12322"/>
                    <a:pt x="640080" y="378"/>
                  </a:cubicBezTo>
                  <a:lnTo>
                    <a:pt x="1882140" y="15618"/>
                  </a:lnTo>
                  <a:cubicBezTo>
                    <a:pt x="1670050" y="18158"/>
                    <a:pt x="1132205" y="655063"/>
                    <a:pt x="777240" y="1006218"/>
                  </a:cubicBezTo>
                  <a:lnTo>
                    <a:pt x="914400" y="1166238"/>
                  </a:lnTo>
                  <a:lnTo>
                    <a:pt x="7620" y="117385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68BAED2C-83DC-320A-82CA-52EC4EAA50AB}"/>
              </a:ext>
            </a:extLst>
          </p:cNvPr>
          <p:cNvSpPr/>
          <p:nvPr/>
        </p:nvSpPr>
        <p:spPr>
          <a:xfrm>
            <a:off x="5076640" y="2997803"/>
            <a:ext cx="1108387" cy="110838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03DE1AFB-9D7A-CB34-133A-726B36B81E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98082" y="3182280"/>
            <a:ext cx="504825" cy="676275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76127B22-B743-94B1-2D98-ADD9D367A4F0}"/>
              </a:ext>
            </a:extLst>
          </p:cNvPr>
          <p:cNvGrpSpPr/>
          <p:nvPr/>
        </p:nvGrpSpPr>
        <p:grpSpPr>
          <a:xfrm>
            <a:off x="6318791" y="2648459"/>
            <a:ext cx="2650058" cy="923330"/>
            <a:chOff x="6481816" y="3034939"/>
            <a:chExt cx="2414417" cy="92333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02D18E-C3EB-E3EB-B8B2-3D45831F8AAB}"/>
                </a:ext>
              </a:extLst>
            </p:cNvPr>
            <p:cNvSpPr txBox="1"/>
            <p:nvPr/>
          </p:nvSpPr>
          <p:spPr>
            <a:xfrm>
              <a:off x="6481816" y="3034939"/>
              <a:ext cx="240570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dirty="0">
                  <a:cs typeface="B Titr" panose="00000700000000000000" pitchFamily="2" charset="-78"/>
                </a:rPr>
                <a:t>Code Review </a:t>
              </a:r>
              <a:r>
                <a:rPr lang="fa-IR" dirty="0">
                  <a:cs typeface="B Titr" panose="00000700000000000000" pitchFamily="2" charset="-78"/>
                </a:rPr>
                <a:t>بخش مهمی از توسعه حرفه‌ای نرم‌افزار است.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491A76C-3C8B-D0DE-C8FB-11CFF3D767A2}"/>
                </a:ext>
              </a:extLst>
            </p:cNvPr>
            <p:cNvSpPr txBox="1"/>
            <p:nvPr/>
          </p:nvSpPr>
          <p:spPr>
            <a:xfrm>
              <a:off x="6490529" y="3296578"/>
              <a:ext cx="2405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endParaRPr lang="fa-IR" sz="1200" dirty="0">
                <a:effectLst/>
                <a:latin typeface="A Hana" panose="00000400000000000000" pitchFamily="2" charset="-78"/>
                <a:cs typeface="B Nazanin" panose="00000400000000000000" pitchFamily="2" charset="-78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C0D7E3BB-46DC-E3CC-3263-881657699351}"/>
              </a:ext>
            </a:extLst>
          </p:cNvPr>
          <p:cNvSpPr txBox="1"/>
          <p:nvPr/>
        </p:nvSpPr>
        <p:spPr>
          <a:xfrm>
            <a:off x="2393636" y="2610402"/>
            <a:ext cx="2405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بازخورد مؤثر باید دقیق، محترمانه و قابل اقدام باشد.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3AF6E4-18C9-C112-BAD8-917BEBD3A38D}"/>
              </a:ext>
            </a:extLst>
          </p:cNvPr>
          <p:cNvSpPr txBox="1"/>
          <p:nvPr/>
        </p:nvSpPr>
        <p:spPr>
          <a:xfrm>
            <a:off x="6349184" y="3847496"/>
            <a:ext cx="2533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چک‌لیست منظم باعث می‌شود نکات مهم فراموش نشوند.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5F47C7-7BC9-6644-C6BA-898B7B4A3692}"/>
              </a:ext>
            </a:extLst>
          </p:cNvPr>
          <p:cNvSpPr txBox="1"/>
          <p:nvPr/>
        </p:nvSpPr>
        <p:spPr>
          <a:xfrm>
            <a:off x="2289488" y="3857417"/>
            <a:ext cx="2632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تست‌ها و بررسی امنیتی باید در کنار بازبینی کد قرار گیرند.</a:t>
            </a:r>
          </a:p>
        </p:txBody>
      </p:sp>
    </p:spTree>
    <p:extLst>
      <p:ext uri="{BB962C8B-B14F-4D97-AF65-F5344CB8AC3E}">
        <p14:creationId xmlns:p14="http://schemas.microsoft.com/office/powerpoint/2010/main" val="325761482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" grpId="0" animBg="1"/>
      <p:bldP spid="7" grpId="0" animBg="1"/>
      <p:bldP spid="12" grpId="0" animBg="1"/>
      <p:bldP spid="17" grpId="0" animBg="1"/>
      <p:bldP spid="21" grpId="0" animBg="1"/>
      <p:bldP spid="37" grpId="0"/>
      <p:bldP spid="40" grpId="0"/>
      <p:bldP spid="4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7520D-9F49-BBB9-D2F8-E9DA2823C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142014D5-E35F-5AE4-9734-FF8FD88BEC11}"/>
              </a:ext>
            </a:extLst>
          </p:cNvPr>
          <p:cNvGrpSpPr/>
          <p:nvPr/>
        </p:nvGrpSpPr>
        <p:grpSpPr>
          <a:xfrm>
            <a:off x="10261654" y="1992838"/>
            <a:ext cx="1930347" cy="647701"/>
            <a:chOff x="10261654" y="1992838"/>
            <a:chExt cx="1930347" cy="64770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69CC3791-12B5-DCDD-C418-E48A00DDA1AB}"/>
                </a:ext>
              </a:extLst>
            </p:cNvPr>
            <p:cNvGrpSpPr/>
            <p:nvPr/>
          </p:nvGrpSpPr>
          <p:grpSpPr>
            <a:xfrm>
              <a:off x="10474329" y="1992838"/>
              <a:ext cx="1717672" cy="647701"/>
              <a:chOff x="10474329" y="1992838"/>
              <a:chExt cx="1717672" cy="647701"/>
            </a:xfrm>
          </p:grpSpPr>
          <p:sp>
            <p:nvSpPr>
              <p:cNvPr id="167" name="Rectangle: Top Corners Rounded 166">
                <a:extLst>
                  <a:ext uri="{FF2B5EF4-FFF2-40B4-BE49-F238E27FC236}">
                    <a16:creationId xmlns:a16="http://schemas.microsoft.com/office/drawing/2014/main" id="{EEAE21F9-EF90-ADB7-8412-ADA0F04F93C0}"/>
                  </a:ext>
                </a:extLst>
              </p:cNvPr>
              <p:cNvSpPr/>
              <p:nvPr/>
            </p:nvSpPr>
            <p:spPr>
              <a:xfrm rot="16200000">
                <a:off x="11009314" y="1457853"/>
                <a:ext cx="647701" cy="1717672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FE0ACAA-0303-9BB7-FA29-9859ECCE4CEB}"/>
                  </a:ext>
                </a:extLst>
              </p:cNvPr>
              <p:cNvSpPr txBox="1"/>
              <p:nvPr/>
            </p:nvSpPr>
            <p:spPr>
              <a:xfrm>
                <a:off x="10543212" y="2035133"/>
                <a:ext cx="1511966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lvl="0" algn="r" rtl="1">
                  <a:defRPr/>
                </a:pPr>
                <a:r>
                  <a:rPr lang="fa-IR" sz="1600" dirty="0">
                    <a:solidFill>
                      <a:schemeClr val="bg1"/>
                    </a:solidFill>
                    <a:latin typeface="IRANMarker" panose="02000504000000020004" pitchFamily="2" charset="-78"/>
                    <a:cs typeface="IRAN(FaNum)"/>
                  </a:rPr>
                  <a:t>مقدمه و معرفی بازبینی کد</a:t>
                </a:r>
                <a:endParaRPr lang="en-US" sz="1600" dirty="0">
                  <a:solidFill>
                    <a:schemeClr val="bg1"/>
                  </a:solidFill>
                  <a:latin typeface="IRANMarker" panose="02000504000000020004" pitchFamily="2" charset="-78"/>
                  <a:cs typeface="IRAN(FaNum)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F2BBE4B-253D-3AE9-F8E3-92D4DF9F4856}"/>
                </a:ext>
              </a:extLst>
            </p:cNvPr>
            <p:cNvSpPr/>
            <p:nvPr/>
          </p:nvSpPr>
          <p:spPr>
            <a:xfrm>
              <a:off x="10261654" y="2126849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F02CCF64-CD05-97B1-05E3-69C7891D0A33}"/>
              </a:ext>
            </a:extLst>
          </p:cNvPr>
          <p:cNvSpPr/>
          <p:nvPr/>
        </p:nvSpPr>
        <p:spPr>
          <a:xfrm>
            <a:off x="10261654" y="5842749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BE3E710-D420-B883-33DD-A250D1441F61}"/>
              </a:ext>
            </a:extLst>
          </p:cNvPr>
          <p:cNvSpPr/>
          <p:nvPr/>
        </p:nvSpPr>
        <p:spPr>
          <a:xfrm>
            <a:off x="10278349" y="509592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468F644-FDD4-C446-36EE-D95B4AC91A78}"/>
              </a:ext>
            </a:extLst>
          </p:cNvPr>
          <p:cNvSpPr/>
          <p:nvPr/>
        </p:nvSpPr>
        <p:spPr>
          <a:xfrm>
            <a:off x="10261654" y="4356451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3C8F604-423E-2FB4-5156-BE1C6409E800}"/>
              </a:ext>
            </a:extLst>
          </p:cNvPr>
          <p:cNvSpPr/>
          <p:nvPr/>
        </p:nvSpPr>
        <p:spPr>
          <a:xfrm>
            <a:off x="10261654" y="3613282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29C5988-8509-435E-9588-A58EC62C8A8B}"/>
              </a:ext>
            </a:extLst>
          </p:cNvPr>
          <p:cNvSpPr/>
          <p:nvPr/>
        </p:nvSpPr>
        <p:spPr>
          <a:xfrm>
            <a:off x="10261654" y="2871615"/>
            <a:ext cx="391957" cy="391957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54E5BE3-1CFC-AEE7-A193-28648C428D3F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">
            <a:extLst>
              <a:ext uri="{FF2B5EF4-FFF2-40B4-BE49-F238E27FC236}">
                <a16:creationId xmlns:a16="http://schemas.microsoft.com/office/drawing/2014/main" id="{3E803D13-7B6B-71E8-4B6E-2BE10F86322E}"/>
              </a:ext>
            </a:extLst>
          </p:cNvPr>
          <p:cNvGrpSpPr/>
          <p:nvPr/>
        </p:nvGrpSpPr>
        <p:grpSpPr>
          <a:xfrm>
            <a:off x="10194272" y="4206820"/>
            <a:ext cx="2014424" cy="725843"/>
            <a:chOff x="10194272" y="1547077"/>
            <a:chExt cx="2014424" cy="725843"/>
          </a:xfrm>
          <a:solidFill>
            <a:schemeClr val="accent4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4274ABB-7364-76D0-576F-173A66AFFDA6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03DF02F-EF8C-1497-61CB-B1F4684D4E34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63FAD0B3-04C8-511B-DE23-6C382933CF30}"/>
              </a:ext>
            </a:extLst>
          </p:cNvPr>
          <p:cNvGrpSpPr/>
          <p:nvPr/>
        </p:nvGrpSpPr>
        <p:grpSpPr>
          <a:xfrm>
            <a:off x="10194272" y="4949989"/>
            <a:ext cx="2014424" cy="725864"/>
            <a:chOff x="10194272" y="2290246"/>
            <a:chExt cx="2014424" cy="725864"/>
          </a:xfrm>
          <a:solidFill>
            <a:schemeClr val="accent5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3B54B2F-BC07-0D1D-E29A-76EF84C923F0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A3006D8-AE70-A708-65F7-DE7F929B520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28" name="Graphic 1">
            <a:extLst>
              <a:ext uri="{FF2B5EF4-FFF2-40B4-BE49-F238E27FC236}">
                <a16:creationId xmlns:a16="http://schemas.microsoft.com/office/drawing/2014/main" id="{39EB20AF-4450-832C-0C7C-DCF49E874AE5}"/>
              </a:ext>
            </a:extLst>
          </p:cNvPr>
          <p:cNvGrpSpPr/>
          <p:nvPr/>
        </p:nvGrpSpPr>
        <p:grpSpPr>
          <a:xfrm>
            <a:off x="10194272" y="5693201"/>
            <a:ext cx="2014403" cy="725758"/>
            <a:chOff x="10194272" y="3033458"/>
            <a:chExt cx="2014403" cy="725758"/>
          </a:xfrm>
          <a:solidFill>
            <a:schemeClr val="accent6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DBB0CB1-9A04-BE0B-FC30-F6EDEBDD422C}"/>
                </a:ext>
              </a:extLst>
            </p:cNvPr>
            <p:cNvSpPr/>
            <p:nvPr/>
          </p:nvSpPr>
          <p:spPr>
            <a:xfrm>
              <a:off x="10254849" y="3174286"/>
              <a:ext cx="409199" cy="409398"/>
            </a:xfrm>
            <a:custGeom>
              <a:avLst/>
              <a:gdLst>
                <a:gd name="connsiteX0" fmla="*/ 409200 w 409199"/>
                <a:gd name="connsiteY0" fmla="*/ 204716 h 409398"/>
                <a:gd name="connsiteX1" fmla="*/ 65746 w 409199"/>
                <a:gd name="connsiteY1" fmla="*/ 54398 h 409398"/>
                <a:gd name="connsiteX2" fmla="*/ 642 w 409199"/>
                <a:gd name="connsiteY2" fmla="*/ 221324 h 409398"/>
                <a:gd name="connsiteX3" fmla="*/ 343442 w 409199"/>
                <a:gd name="connsiteY3" fmla="*/ 354991 h 409398"/>
                <a:gd name="connsiteX4" fmla="*/ 409200 w 409199"/>
                <a:gd name="connsiteY4" fmla="*/ 204716 h 409398"/>
                <a:gd name="connsiteX5" fmla="*/ 372438 w 409199"/>
                <a:gd name="connsiteY5" fmla="*/ 191041 h 409398"/>
                <a:gd name="connsiteX6" fmla="*/ 318878 w 409199"/>
                <a:gd name="connsiteY6" fmla="*/ 328380 h 409398"/>
                <a:gd name="connsiteX7" fmla="*/ 36750 w 409199"/>
                <a:gd name="connsiteY7" fmla="*/ 218348 h 409398"/>
                <a:gd name="connsiteX8" fmla="*/ 90331 w 409199"/>
                <a:gd name="connsiteY8" fmla="*/ 81009 h 409398"/>
                <a:gd name="connsiteX9" fmla="*/ 372459 w 409199"/>
                <a:gd name="connsiteY9" fmla="*/ 191041 h 40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199" h="409398">
                  <a:moveTo>
                    <a:pt x="409200" y="204716"/>
                  </a:moveTo>
                  <a:cubicBezTo>
                    <a:pt x="409200" y="26879"/>
                    <a:pt x="196227" y="-66207"/>
                    <a:pt x="65746" y="54398"/>
                  </a:cubicBezTo>
                  <a:cubicBezTo>
                    <a:pt x="20986" y="95781"/>
                    <a:pt x="-4444" y="156769"/>
                    <a:pt x="642" y="221324"/>
                  </a:cubicBezTo>
                  <a:cubicBezTo>
                    <a:pt x="13853" y="388946"/>
                    <a:pt x="217477" y="471439"/>
                    <a:pt x="343442" y="354991"/>
                  </a:cubicBezTo>
                  <a:cubicBezTo>
                    <a:pt x="385227" y="316372"/>
                    <a:pt x="409200" y="261588"/>
                    <a:pt x="409200" y="204716"/>
                  </a:cubicBezTo>
                  <a:close/>
                  <a:moveTo>
                    <a:pt x="372438" y="191041"/>
                  </a:moveTo>
                  <a:cubicBezTo>
                    <a:pt x="376574" y="244178"/>
                    <a:pt x="355788" y="294256"/>
                    <a:pt x="318878" y="328380"/>
                  </a:cubicBezTo>
                  <a:cubicBezTo>
                    <a:pt x="215219" y="424210"/>
                    <a:pt x="47618" y="356321"/>
                    <a:pt x="36750" y="218348"/>
                  </a:cubicBezTo>
                  <a:cubicBezTo>
                    <a:pt x="32614" y="165210"/>
                    <a:pt x="53379" y="115154"/>
                    <a:pt x="90331" y="81009"/>
                  </a:cubicBezTo>
                  <a:cubicBezTo>
                    <a:pt x="194032" y="-14821"/>
                    <a:pt x="361570" y="53110"/>
                    <a:pt x="372459" y="191041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82E7981-DB07-D4C8-8506-C86272317C69}"/>
                </a:ext>
              </a:extLst>
            </p:cNvPr>
            <p:cNvSpPr/>
            <p:nvPr/>
          </p:nvSpPr>
          <p:spPr>
            <a:xfrm>
              <a:off x="10194272" y="3033458"/>
              <a:ext cx="2014403" cy="725758"/>
            </a:xfrm>
            <a:custGeom>
              <a:avLst/>
              <a:gdLst>
                <a:gd name="connsiteX0" fmla="*/ 259590 w 2014403"/>
                <a:gd name="connsiteY0" fmla="*/ 649429 h 725758"/>
                <a:gd name="connsiteX1" fmla="*/ 259590 w 2014403"/>
                <a:gd name="connsiteY1" fmla="*/ 593421 h 725758"/>
                <a:gd name="connsiteX2" fmla="*/ 17347 w 2014403"/>
                <a:gd name="connsiteY2" fmla="*/ 345522 h 725758"/>
                <a:gd name="connsiteX3" fmla="*/ 259590 w 2014403"/>
                <a:gd name="connsiteY3" fmla="*/ 97623 h 725758"/>
                <a:gd name="connsiteX4" fmla="*/ 259590 w 2014403"/>
                <a:gd name="connsiteY4" fmla="*/ 0 h 725758"/>
                <a:gd name="connsiteX5" fmla="*/ 242243 w 2014403"/>
                <a:gd name="connsiteY5" fmla="*/ 0 h 725758"/>
                <a:gd name="connsiteX6" fmla="*/ 242243 w 2014403"/>
                <a:gd name="connsiteY6" fmla="*/ 81331 h 725758"/>
                <a:gd name="connsiteX7" fmla="*/ 0 w 2014403"/>
                <a:gd name="connsiteY7" fmla="*/ 345522 h 725758"/>
                <a:gd name="connsiteX8" fmla="*/ 242243 w 2014403"/>
                <a:gd name="connsiteY8" fmla="*/ 609691 h 725758"/>
                <a:gd name="connsiteX9" fmla="*/ 242243 w 2014403"/>
                <a:gd name="connsiteY9" fmla="*/ 649429 h 725758"/>
                <a:gd name="connsiteX10" fmla="*/ 318574 w 2014403"/>
                <a:gd name="connsiteY10" fmla="*/ 725759 h 725758"/>
                <a:gd name="connsiteX11" fmla="*/ 2014403 w 2014403"/>
                <a:gd name="connsiteY11" fmla="*/ 725759 h 725758"/>
                <a:gd name="connsiteX12" fmla="*/ 2014403 w 2014403"/>
                <a:gd name="connsiteY12" fmla="*/ 708412 h 725758"/>
                <a:gd name="connsiteX13" fmla="*/ 318595 w 2014403"/>
                <a:gd name="connsiteY13" fmla="*/ 708412 h 725758"/>
                <a:gd name="connsiteX14" fmla="*/ 259590 w 2014403"/>
                <a:gd name="connsiteY14" fmla="*/ 649408 h 72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4403" h="725758">
                  <a:moveTo>
                    <a:pt x="259590" y="649429"/>
                  </a:moveTo>
                  <a:lnTo>
                    <a:pt x="259590" y="593421"/>
                  </a:lnTo>
                  <a:cubicBezTo>
                    <a:pt x="109125" y="585148"/>
                    <a:pt x="17347" y="468849"/>
                    <a:pt x="17347" y="345522"/>
                  </a:cubicBezTo>
                  <a:cubicBezTo>
                    <a:pt x="17347" y="222195"/>
                    <a:pt x="109652" y="105874"/>
                    <a:pt x="259590" y="97623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31"/>
                  </a:lnTo>
                  <a:cubicBezTo>
                    <a:pt x="105748" y="93065"/>
                    <a:pt x="0" y="207550"/>
                    <a:pt x="0" y="345522"/>
                  </a:cubicBezTo>
                  <a:cubicBezTo>
                    <a:pt x="0" y="483495"/>
                    <a:pt x="105748" y="598001"/>
                    <a:pt x="242243" y="609691"/>
                  </a:cubicBezTo>
                  <a:lnTo>
                    <a:pt x="242243" y="649429"/>
                  </a:lnTo>
                  <a:cubicBezTo>
                    <a:pt x="242243" y="691530"/>
                    <a:pt x="276494" y="725759"/>
                    <a:pt x="318574" y="725759"/>
                  </a:cubicBezTo>
                  <a:lnTo>
                    <a:pt x="2014403" y="725759"/>
                  </a:lnTo>
                  <a:lnTo>
                    <a:pt x="2014403" y="708412"/>
                  </a:lnTo>
                  <a:lnTo>
                    <a:pt x="318595" y="708412"/>
                  </a:lnTo>
                  <a:cubicBezTo>
                    <a:pt x="286054" y="708412"/>
                    <a:pt x="259590" y="681949"/>
                    <a:pt x="259590" y="649408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5" name="Graphic 1">
            <a:extLst>
              <a:ext uri="{FF2B5EF4-FFF2-40B4-BE49-F238E27FC236}">
                <a16:creationId xmlns:a16="http://schemas.microsoft.com/office/drawing/2014/main" id="{7F0B7874-219D-3751-6229-53D52D62DEAA}"/>
              </a:ext>
            </a:extLst>
          </p:cNvPr>
          <p:cNvGrpSpPr/>
          <p:nvPr/>
        </p:nvGrpSpPr>
        <p:grpSpPr>
          <a:xfrm>
            <a:off x="10194272" y="1942619"/>
            <a:ext cx="2014424" cy="760494"/>
            <a:chOff x="10194272" y="769257"/>
            <a:chExt cx="2014424" cy="760494"/>
          </a:xfrm>
          <a:solidFill>
            <a:srgbClr val="F4762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DE3D6E9-C661-F214-816F-6452ACBE8ADF}"/>
                </a:ext>
              </a:extLst>
            </p:cNvPr>
            <p:cNvSpPr/>
            <p:nvPr/>
          </p:nvSpPr>
          <p:spPr>
            <a:xfrm>
              <a:off x="10254845" y="944824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74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D7BEA46-C2D3-6F87-ED2B-2AEE062EBDD6}"/>
                </a:ext>
              </a:extLst>
            </p:cNvPr>
            <p:cNvSpPr/>
            <p:nvPr/>
          </p:nvSpPr>
          <p:spPr>
            <a:xfrm>
              <a:off x="10194272" y="769257"/>
              <a:ext cx="2014424" cy="760494"/>
            </a:xfrm>
            <a:custGeom>
              <a:avLst/>
              <a:gdLst>
                <a:gd name="connsiteX0" fmla="*/ 259590 w 2014424"/>
                <a:gd name="connsiteY0" fmla="*/ 743169 h 760494"/>
                <a:gd name="connsiteX1" fmla="*/ 259590 w 2014424"/>
                <a:gd name="connsiteY1" fmla="*/ 628157 h 760494"/>
                <a:gd name="connsiteX2" fmla="*/ 17347 w 2014424"/>
                <a:gd name="connsiteY2" fmla="*/ 380258 h 760494"/>
                <a:gd name="connsiteX3" fmla="*/ 259590 w 2014424"/>
                <a:gd name="connsiteY3" fmla="*/ 132359 h 760494"/>
                <a:gd name="connsiteX4" fmla="*/ 259590 w 2014424"/>
                <a:gd name="connsiteY4" fmla="*/ 76351 h 760494"/>
                <a:gd name="connsiteX5" fmla="*/ 318595 w 2014424"/>
                <a:gd name="connsiteY5" fmla="*/ 17347 h 760494"/>
                <a:gd name="connsiteX6" fmla="*/ 2014425 w 2014424"/>
                <a:gd name="connsiteY6" fmla="*/ 17347 h 760494"/>
                <a:gd name="connsiteX7" fmla="*/ 2014425 w 2014424"/>
                <a:gd name="connsiteY7" fmla="*/ 0 h 760494"/>
                <a:gd name="connsiteX8" fmla="*/ 318595 w 2014424"/>
                <a:gd name="connsiteY8" fmla="*/ 0 h 760494"/>
                <a:gd name="connsiteX9" fmla="*/ 242264 w 2014424"/>
                <a:gd name="connsiteY9" fmla="*/ 76330 h 760494"/>
                <a:gd name="connsiteX10" fmla="*/ 242264 w 2014424"/>
                <a:gd name="connsiteY10" fmla="*/ 116067 h 760494"/>
                <a:gd name="connsiteX11" fmla="*/ 0 w 2014424"/>
                <a:gd name="connsiteY11" fmla="*/ 380258 h 760494"/>
                <a:gd name="connsiteX12" fmla="*/ 242243 w 2014424"/>
                <a:gd name="connsiteY12" fmla="*/ 644427 h 760494"/>
                <a:gd name="connsiteX13" fmla="*/ 242243 w 2014424"/>
                <a:gd name="connsiteY13" fmla="*/ 760495 h 760494"/>
                <a:gd name="connsiteX14" fmla="*/ 2014425 w 2014424"/>
                <a:gd name="connsiteY14" fmla="*/ 760495 h 760494"/>
                <a:gd name="connsiteX15" fmla="*/ 2014425 w 2014424"/>
                <a:gd name="connsiteY15" fmla="*/ 743148 h 760494"/>
                <a:gd name="connsiteX16" fmla="*/ 259590 w 2014424"/>
                <a:gd name="connsiteY16" fmla="*/ 743148 h 76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4424" h="760494">
                  <a:moveTo>
                    <a:pt x="259590" y="743169"/>
                  </a:moveTo>
                  <a:lnTo>
                    <a:pt x="259590" y="628157"/>
                  </a:lnTo>
                  <a:cubicBezTo>
                    <a:pt x="109652" y="619906"/>
                    <a:pt x="17347" y="504007"/>
                    <a:pt x="17347" y="380258"/>
                  </a:cubicBezTo>
                  <a:cubicBezTo>
                    <a:pt x="17347" y="256509"/>
                    <a:pt x="109125" y="140632"/>
                    <a:pt x="259590" y="132359"/>
                  </a:cubicBezTo>
                  <a:lnTo>
                    <a:pt x="259590" y="76351"/>
                  </a:lnTo>
                  <a:cubicBezTo>
                    <a:pt x="259590" y="43810"/>
                    <a:pt x="286054" y="17347"/>
                    <a:pt x="318595" y="17347"/>
                  </a:cubicBezTo>
                  <a:lnTo>
                    <a:pt x="2014425" y="17347"/>
                  </a:lnTo>
                  <a:lnTo>
                    <a:pt x="2014425" y="0"/>
                  </a:lnTo>
                  <a:lnTo>
                    <a:pt x="318595" y="0"/>
                  </a:lnTo>
                  <a:cubicBezTo>
                    <a:pt x="276494" y="0"/>
                    <a:pt x="242264" y="34250"/>
                    <a:pt x="242264" y="76330"/>
                  </a:cubicBezTo>
                  <a:lnTo>
                    <a:pt x="242264" y="116067"/>
                  </a:lnTo>
                  <a:cubicBezTo>
                    <a:pt x="105748" y="127780"/>
                    <a:pt x="0" y="242264"/>
                    <a:pt x="0" y="380258"/>
                  </a:cubicBezTo>
                  <a:cubicBezTo>
                    <a:pt x="0" y="518252"/>
                    <a:pt x="105748" y="632736"/>
                    <a:pt x="242243" y="644427"/>
                  </a:cubicBezTo>
                  <a:lnTo>
                    <a:pt x="242243" y="760495"/>
                  </a:lnTo>
                  <a:lnTo>
                    <a:pt x="2014425" y="760495"/>
                  </a:lnTo>
                  <a:lnTo>
                    <a:pt x="2014425" y="743148"/>
                  </a:lnTo>
                  <a:lnTo>
                    <a:pt x="259590" y="743148"/>
                  </a:lnTo>
                  <a:close/>
                </a:path>
              </a:pathLst>
            </a:custGeom>
            <a:solidFill>
              <a:schemeClr val="accent1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58" name="Graphic 1">
            <a:extLst>
              <a:ext uri="{FF2B5EF4-FFF2-40B4-BE49-F238E27FC236}">
                <a16:creationId xmlns:a16="http://schemas.microsoft.com/office/drawing/2014/main" id="{19948F1C-958C-F046-86BF-9AE2F0451B2E}"/>
              </a:ext>
            </a:extLst>
          </p:cNvPr>
          <p:cNvGrpSpPr/>
          <p:nvPr/>
        </p:nvGrpSpPr>
        <p:grpSpPr>
          <a:xfrm>
            <a:off x="10194272" y="2720439"/>
            <a:ext cx="2014424" cy="725843"/>
            <a:chOff x="10194272" y="1547077"/>
            <a:chExt cx="2014424" cy="725843"/>
          </a:xfrm>
          <a:solidFill>
            <a:srgbClr val="FBB217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51B33FB-DD34-5637-722C-7B20C1C6D879}"/>
                </a:ext>
              </a:extLst>
            </p:cNvPr>
            <p:cNvSpPr/>
            <p:nvPr/>
          </p:nvSpPr>
          <p:spPr>
            <a:xfrm>
              <a:off x="10254845" y="1687993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6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50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B3E8E92-0E2E-B408-247E-86CC2DCEABB3}"/>
                </a:ext>
              </a:extLst>
            </p:cNvPr>
            <p:cNvSpPr/>
            <p:nvPr/>
          </p:nvSpPr>
          <p:spPr>
            <a:xfrm>
              <a:off x="10194272" y="1547077"/>
              <a:ext cx="2014424" cy="725843"/>
            </a:xfrm>
            <a:custGeom>
              <a:avLst/>
              <a:gdLst>
                <a:gd name="connsiteX0" fmla="*/ 259590 w 2014424"/>
                <a:gd name="connsiteY0" fmla="*/ 593484 h 725843"/>
                <a:gd name="connsiteX1" fmla="*/ 17347 w 2014424"/>
                <a:gd name="connsiteY1" fmla="*/ 345586 h 725843"/>
                <a:gd name="connsiteX2" fmla="*/ 259590 w 2014424"/>
                <a:gd name="connsiteY2" fmla="*/ 97687 h 725843"/>
                <a:gd name="connsiteX3" fmla="*/ 259590 w 2014424"/>
                <a:gd name="connsiteY3" fmla="*/ 0 h 725843"/>
                <a:gd name="connsiteX4" fmla="*/ 242243 w 2014424"/>
                <a:gd name="connsiteY4" fmla="*/ 0 h 725843"/>
                <a:gd name="connsiteX5" fmla="*/ 242243 w 2014424"/>
                <a:gd name="connsiteY5" fmla="*/ 81395 h 725843"/>
                <a:gd name="connsiteX6" fmla="*/ 0 w 2014424"/>
                <a:gd name="connsiteY6" fmla="*/ 345607 h 725843"/>
                <a:gd name="connsiteX7" fmla="*/ 242243 w 2014424"/>
                <a:gd name="connsiteY7" fmla="*/ 609776 h 725843"/>
                <a:gd name="connsiteX8" fmla="*/ 242243 w 2014424"/>
                <a:gd name="connsiteY8" fmla="*/ 725844 h 725843"/>
                <a:gd name="connsiteX9" fmla="*/ 2014425 w 2014424"/>
                <a:gd name="connsiteY9" fmla="*/ 725844 h 725843"/>
                <a:gd name="connsiteX10" fmla="*/ 2014425 w 2014424"/>
                <a:gd name="connsiteY10" fmla="*/ 708497 h 725843"/>
                <a:gd name="connsiteX11" fmla="*/ 259590 w 2014424"/>
                <a:gd name="connsiteY11" fmla="*/ 708497 h 725843"/>
                <a:gd name="connsiteX12" fmla="*/ 259590 w 2014424"/>
                <a:gd name="connsiteY12" fmla="*/ 593484 h 72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43">
                  <a:moveTo>
                    <a:pt x="259590" y="593484"/>
                  </a:moveTo>
                  <a:cubicBezTo>
                    <a:pt x="109652" y="585233"/>
                    <a:pt x="17347" y="469334"/>
                    <a:pt x="17347" y="345586"/>
                  </a:cubicBezTo>
                  <a:cubicBezTo>
                    <a:pt x="17347" y="221837"/>
                    <a:pt x="109146" y="105959"/>
                    <a:pt x="259590" y="97687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395"/>
                  </a:lnTo>
                  <a:cubicBezTo>
                    <a:pt x="105748" y="93128"/>
                    <a:pt x="0" y="207613"/>
                    <a:pt x="0" y="345607"/>
                  </a:cubicBezTo>
                  <a:cubicBezTo>
                    <a:pt x="0" y="483600"/>
                    <a:pt x="105748" y="598085"/>
                    <a:pt x="242243" y="609776"/>
                  </a:cubicBezTo>
                  <a:lnTo>
                    <a:pt x="242243" y="725844"/>
                  </a:lnTo>
                  <a:lnTo>
                    <a:pt x="2014425" y="725844"/>
                  </a:lnTo>
                  <a:lnTo>
                    <a:pt x="2014425" y="708497"/>
                  </a:lnTo>
                  <a:lnTo>
                    <a:pt x="259590" y="708497"/>
                  </a:lnTo>
                  <a:lnTo>
                    <a:pt x="259590" y="593484"/>
                  </a:lnTo>
                  <a:close/>
                </a:path>
              </a:pathLst>
            </a:custGeom>
            <a:solidFill>
              <a:schemeClr val="accent2"/>
            </a:solidFill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grpSp>
        <p:nvGrpSpPr>
          <p:cNvPr id="61" name="Graphic 1">
            <a:extLst>
              <a:ext uri="{FF2B5EF4-FFF2-40B4-BE49-F238E27FC236}">
                <a16:creationId xmlns:a16="http://schemas.microsoft.com/office/drawing/2014/main" id="{F3B7A74A-2E1E-765C-8673-6455D6D7F347}"/>
              </a:ext>
            </a:extLst>
          </p:cNvPr>
          <p:cNvGrpSpPr/>
          <p:nvPr/>
        </p:nvGrpSpPr>
        <p:grpSpPr>
          <a:xfrm>
            <a:off x="10194272" y="3463608"/>
            <a:ext cx="2014424" cy="725864"/>
            <a:chOff x="10194272" y="2290246"/>
            <a:chExt cx="2014424" cy="725864"/>
          </a:xfrm>
          <a:solidFill>
            <a:schemeClr val="accent3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7B7CC1C-81F0-E8F7-B10A-471C973D15C0}"/>
                </a:ext>
              </a:extLst>
            </p:cNvPr>
            <p:cNvSpPr/>
            <p:nvPr/>
          </p:nvSpPr>
          <p:spPr>
            <a:xfrm>
              <a:off x="10254845" y="2431205"/>
              <a:ext cx="409204" cy="409388"/>
            </a:xfrm>
            <a:custGeom>
              <a:avLst/>
              <a:gdLst>
                <a:gd name="connsiteX0" fmla="*/ 343447 w 409204"/>
                <a:gd name="connsiteY0" fmla="*/ 54393 h 409388"/>
                <a:gd name="connsiteX1" fmla="*/ 647 w 409204"/>
                <a:gd name="connsiteY1" fmla="*/ 188061 h 409388"/>
                <a:gd name="connsiteX2" fmla="*/ 65751 w 409204"/>
                <a:gd name="connsiteY2" fmla="*/ 354987 h 409388"/>
                <a:gd name="connsiteX3" fmla="*/ 409205 w 409204"/>
                <a:gd name="connsiteY3" fmla="*/ 204669 h 409388"/>
                <a:gd name="connsiteX4" fmla="*/ 343447 w 409204"/>
                <a:gd name="connsiteY4" fmla="*/ 54393 h 409388"/>
                <a:gd name="connsiteX5" fmla="*/ 90315 w 409204"/>
                <a:gd name="connsiteY5" fmla="*/ 328376 h 409388"/>
                <a:gd name="connsiteX6" fmla="*/ 36734 w 409204"/>
                <a:gd name="connsiteY6" fmla="*/ 191036 h 409388"/>
                <a:gd name="connsiteX7" fmla="*/ 318862 w 409204"/>
                <a:gd name="connsiteY7" fmla="*/ 81005 h 409388"/>
                <a:gd name="connsiteX8" fmla="*/ 372422 w 409204"/>
                <a:gd name="connsiteY8" fmla="*/ 218344 h 409388"/>
                <a:gd name="connsiteX9" fmla="*/ 90294 w 409204"/>
                <a:gd name="connsiteY9" fmla="*/ 328376 h 4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9204" h="409388">
                  <a:moveTo>
                    <a:pt x="343447" y="54393"/>
                  </a:moveTo>
                  <a:cubicBezTo>
                    <a:pt x="217482" y="-62033"/>
                    <a:pt x="13837" y="20460"/>
                    <a:pt x="647" y="188061"/>
                  </a:cubicBezTo>
                  <a:cubicBezTo>
                    <a:pt x="-4460" y="252615"/>
                    <a:pt x="20970" y="313604"/>
                    <a:pt x="65751" y="354987"/>
                  </a:cubicBezTo>
                  <a:cubicBezTo>
                    <a:pt x="196231" y="475592"/>
                    <a:pt x="409205" y="382527"/>
                    <a:pt x="409205" y="204669"/>
                  </a:cubicBezTo>
                  <a:cubicBezTo>
                    <a:pt x="409205" y="147796"/>
                    <a:pt x="385232" y="93012"/>
                    <a:pt x="343447" y="54393"/>
                  </a:cubicBezTo>
                  <a:close/>
                  <a:moveTo>
                    <a:pt x="90315" y="328376"/>
                  </a:moveTo>
                  <a:cubicBezTo>
                    <a:pt x="53384" y="294231"/>
                    <a:pt x="32619" y="244153"/>
                    <a:pt x="36734" y="191036"/>
                  </a:cubicBezTo>
                  <a:cubicBezTo>
                    <a:pt x="47602" y="53064"/>
                    <a:pt x="215182" y="-14825"/>
                    <a:pt x="318862" y="81005"/>
                  </a:cubicBezTo>
                  <a:cubicBezTo>
                    <a:pt x="355793" y="115149"/>
                    <a:pt x="376558" y="165206"/>
                    <a:pt x="372422" y="218344"/>
                  </a:cubicBezTo>
                  <a:cubicBezTo>
                    <a:pt x="361554" y="356274"/>
                    <a:pt x="193995" y="424205"/>
                    <a:pt x="90294" y="328376"/>
                  </a:cubicBez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83178ED-248A-F987-8169-73D2E7FA41EC}"/>
                </a:ext>
              </a:extLst>
            </p:cNvPr>
            <p:cNvSpPr/>
            <p:nvPr/>
          </p:nvSpPr>
          <p:spPr>
            <a:xfrm>
              <a:off x="10194272" y="2290246"/>
              <a:ext cx="2014424" cy="725864"/>
            </a:xfrm>
            <a:custGeom>
              <a:avLst/>
              <a:gdLst>
                <a:gd name="connsiteX0" fmla="*/ 259590 w 2014424"/>
                <a:gd name="connsiteY0" fmla="*/ 593527 h 725864"/>
                <a:gd name="connsiteX1" fmla="*/ 17347 w 2014424"/>
                <a:gd name="connsiteY1" fmla="*/ 345628 h 725864"/>
                <a:gd name="connsiteX2" fmla="*/ 259590 w 2014424"/>
                <a:gd name="connsiteY2" fmla="*/ 97729 h 725864"/>
                <a:gd name="connsiteX3" fmla="*/ 259590 w 2014424"/>
                <a:gd name="connsiteY3" fmla="*/ 0 h 725864"/>
                <a:gd name="connsiteX4" fmla="*/ 242243 w 2014424"/>
                <a:gd name="connsiteY4" fmla="*/ 0 h 725864"/>
                <a:gd name="connsiteX5" fmla="*/ 242243 w 2014424"/>
                <a:gd name="connsiteY5" fmla="*/ 81437 h 725864"/>
                <a:gd name="connsiteX6" fmla="*/ 0 w 2014424"/>
                <a:gd name="connsiteY6" fmla="*/ 345628 h 725864"/>
                <a:gd name="connsiteX7" fmla="*/ 242243 w 2014424"/>
                <a:gd name="connsiteY7" fmla="*/ 609797 h 725864"/>
                <a:gd name="connsiteX8" fmla="*/ 242243 w 2014424"/>
                <a:gd name="connsiteY8" fmla="*/ 725865 h 725864"/>
                <a:gd name="connsiteX9" fmla="*/ 2014425 w 2014424"/>
                <a:gd name="connsiteY9" fmla="*/ 725865 h 725864"/>
                <a:gd name="connsiteX10" fmla="*/ 2014425 w 2014424"/>
                <a:gd name="connsiteY10" fmla="*/ 708518 h 725864"/>
                <a:gd name="connsiteX11" fmla="*/ 259590 w 2014424"/>
                <a:gd name="connsiteY11" fmla="*/ 708518 h 725864"/>
                <a:gd name="connsiteX12" fmla="*/ 259590 w 2014424"/>
                <a:gd name="connsiteY12" fmla="*/ 593506 h 7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424" h="725864">
                  <a:moveTo>
                    <a:pt x="259590" y="593527"/>
                  </a:moveTo>
                  <a:cubicBezTo>
                    <a:pt x="109652" y="585275"/>
                    <a:pt x="17347" y="469377"/>
                    <a:pt x="17347" y="345628"/>
                  </a:cubicBezTo>
                  <a:cubicBezTo>
                    <a:pt x="17347" y="221879"/>
                    <a:pt x="109146" y="106001"/>
                    <a:pt x="259590" y="97729"/>
                  </a:cubicBezTo>
                  <a:lnTo>
                    <a:pt x="259590" y="0"/>
                  </a:lnTo>
                  <a:lnTo>
                    <a:pt x="242243" y="0"/>
                  </a:lnTo>
                  <a:lnTo>
                    <a:pt x="242243" y="81437"/>
                  </a:lnTo>
                  <a:cubicBezTo>
                    <a:pt x="105748" y="93171"/>
                    <a:pt x="0" y="207655"/>
                    <a:pt x="0" y="345628"/>
                  </a:cubicBezTo>
                  <a:cubicBezTo>
                    <a:pt x="0" y="483600"/>
                    <a:pt x="105748" y="598106"/>
                    <a:pt x="242243" y="609797"/>
                  </a:cubicBezTo>
                  <a:lnTo>
                    <a:pt x="242243" y="725865"/>
                  </a:lnTo>
                  <a:lnTo>
                    <a:pt x="2014425" y="725865"/>
                  </a:lnTo>
                  <a:lnTo>
                    <a:pt x="2014425" y="708518"/>
                  </a:lnTo>
                  <a:lnTo>
                    <a:pt x="259590" y="708518"/>
                  </a:lnTo>
                  <a:lnTo>
                    <a:pt x="259590" y="593506"/>
                  </a:lnTo>
                  <a:close/>
                </a:path>
              </a:pathLst>
            </a:custGeom>
            <a:grpFill/>
            <a:ln w="2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IRAN(FaNum)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CE4AAFAE-F7A3-E3CA-5BB8-1AD2E9F10E11}"/>
              </a:ext>
            </a:extLst>
          </p:cNvPr>
          <p:cNvSpPr txBox="1"/>
          <p:nvPr/>
        </p:nvSpPr>
        <p:spPr>
          <a:xfrm>
            <a:off x="10525626" y="2780845"/>
            <a:ext cx="152921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اهمیت و اصول بازبینی حرفه‌ای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F7E06E-9058-3E9B-B1B6-EE97725A5DA3}"/>
              </a:ext>
            </a:extLst>
          </p:cNvPr>
          <p:cNvSpPr txBox="1"/>
          <p:nvPr/>
        </p:nvSpPr>
        <p:spPr>
          <a:xfrm>
            <a:off x="10474328" y="3526557"/>
            <a:ext cx="170098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معیارها و چک‌لیست بازبینی کد</a:t>
            </a:r>
            <a:endParaRPr lang="en-US" sz="1600" dirty="0">
              <a:solidFill>
                <a:schemeClr val="bg1"/>
              </a:solidFill>
              <a:latin typeface="IRANMarker" panose="02000504000000020004" pitchFamily="2" charset="-78"/>
              <a:cs typeface="IRAN(FaNum)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C46F98C-1F27-2C5C-A9B9-E29C5EAC45E3}"/>
              </a:ext>
            </a:extLst>
          </p:cNvPr>
          <p:cNvSpPr txBox="1"/>
          <p:nvPr/>
        </p:nvSpPr>
        <p:spPr>
          <a:xfrm>
            <a:off x="10525795" y="4272269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Marker" panose="02000504000000020004" pitchFamily="2" charset="-78"/>
                <a:ea typeface="+mn-ea"/>
                <a:cs typeface="IRAN(FaNum)"/>
              </a:rPr>
              <a:t>بررسی نمونه کد و تست آن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Marker" panose="02000504000000020004" pitchFamily="2" charset="-78"/>
              <a:ea typeface="+mn-ea"/>
              <a:cs typeface="IRAN(FaNum)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57BFC86-A67E-10B7-55FA-AB1E45638752}"/>
              </a:ext>
            </a:extLst>
          </p:cNvPr>
          <p:cNvSpPr txBox="1"/>
          <p:nvPr/>
        </p:nvSpPr>
        <p:spPr>
          <a:xfrm>
            <a:off x="10525456" y="5017981"/>
            <a:ext cx="1529213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فرایند عملی بازبینی در </a:t>
            </a:r>
            <a:r>
              <a:rPr lang="en-US" sz="1600" dirty="0">
                <a:solidFill>
                  <a:schemeClr val="bg1"/>
                </a:solidFill>
                <a:latin typeface="IRANMarker" panose="02000504000000020004" pitchFamily="2" charset="-78"/>
                <a:cs typeface="IRAN(FaNum)"/>
              </a:rPr>
              <a:t>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220DBAB-4F39-B870-425C-2C5811A9E360}"/>
              </a:ext>
            </a:extLst>
          </p:cNvPr>
          <p:cNvSpPr txBox="1"/>
          <p:nvPr/>
        </p:nvSpPr>
        <p:spPr>
          <a:xfrm>
            <a:off x="10525287" y="5886803"/>
            <a:ext cx="1529213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r" rtl="1">
              <a:defRPr/>
            </a:pPr>
            <a:r>
              <a:rPr lang="fa-IR" sz="1600" b="1" dirty="0">
                <a:solidFill>
                  <a:schemeClr val="bg1"/>
                </a:solidFill>
                <a:latin typeface="IRAN(FaNum)"/>
                <a:cs typeface="B Nazanin" panose="00000400000000000000" pitchFamily="2" charset="-78"/>
              </a:rPr>
              <a:t>جمع‌بندی</a:t>
            </a:r>
            <a:endParaRPr lang="en-US" sz="1600" b="1" dirty="0">
              <a:solidFill>
                <a:schemeClr val="bg1"/>
              </a:solidFill>
              <a:latin typeface="IRAN(FaNum)"/>
              <a:cs typeface="B Nazanin" panose="00000400000000000000" pitchFamily="2" charset="-78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50C69EAB-3358-2C01-0C0B-F901CB271C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765" y="2246093"/>
            <a:ext cx="203628" cy="147064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1987D7CF-C7DA-CDB2-D673-9FFA904E7D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765" y="5945631"/>
            <a:ext cx="202967" cy="202967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BA9AE7B7-ABCE-0CDB-52E8-8912911B74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785" y="5215300"/>
            <a:ext cx="192927" cy="168811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E9F8F463-CE4F-7C6B-E249-4191BDB859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1124" y="2973065"/>
            <a:ext cx="182249" cy="182249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49EB87C4-4E5E-43E0-767D-8A27C130CC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1286" y="3695406"/>
            <a:ext cx="161925" cy="213058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FF6C5C04-F8B8-82F0-C841-53B576644A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61638" y="4458080"/>
            <a:ext cx="201221" cy="20046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9FE7726-6037-C250-BD3F-0133C7B5DCAC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hlinkClick r:id="rId8" action="ppaction://hlinksldjump"/>
            <a:extLst>
              <a:ext uri="{FF2B5EF4-FFF2-40B4-BE49-F238E27FC236}">
                <a16:creationId xmlns:a16="http://schemas.microsoft.com/office/drawing/2014/main" id="{8A170A21-81D6-887E-3EF0-F9A7F15016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46E0D8E2-7D16-5DB7-59F3-8A75D1054233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hlinkClick r:id="rId10" action="ppaction://hlinksldjump"/>
              <a:extLst>
                <a:ext uri="{FF2B5EF4-FFF2-40B4-BE49-F238E27FC236}">
                  <a16:creationId xmlns:a16="http://schemas.microsoft.com/office/drawing/2014/main" id="{6EF023A7-8A44-1C03-0F59-BD90BB6336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hlinkClick r:id="rId12" action="ppaction://hlinksldjump"/>
              <a:extLst>
                <a:ext uri="{FF2B5EF4-FFF2-40B4-BE49-F238E27FC236}">
                  <a16:creationId xmlns:a16="http://schemas.microsoft.com/office/drawing/2014/main" id="{BE072AB7-3B7A-A8D5-585B-7839F462C4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9C29941-ACDD-EF88-F229-E243EC0AACEC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A60FAD-9181-E829-F087-8040CC9AC53B}"/>
              </a:ext>
            </a:extLst>
          </p:cNvPr>
          <p:cNvSpPr txBox="1"/>
          <p:nvPr/>
        </p:nvSpPr>
        <p:spPr>
          <a:xfrm>
            <a:off x="3950978" y="639166"/>
            <a:ext cx="803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منابع</a:t>
            </a:r>
          </a:p>
        </p:txBody>
      </p:sp>
      <p:sp>
        <p:nvSpPr>
          <p:cNvPr id="263" name="Slide Number Placeholder 262">
            <a:extLst>
              <a:ext uri="{FF2B5EF4-FFF2-40B4-BE49-F238E27FC236}">
                <a16:creationId xmlns:a16="http://schemas.microsoft.com/office/drawing/2014/main" id="{D3443008-86EF-8ED4-1DFF-891AB46CB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16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173B53-FAB2-EC92-6B8C-6847CA65FA5A}"/>
              </a:ext>
            </a:extLst>
          </p:cNvPr>
          <p:cNvSpPr txBox="1"/>
          <p:nvPr/>
        </p:nvSpPr>
        <p:spPr>
          <a:xfrm>
            <a:off x="1343025" y="1997839"/>
            <a:ext cx="861619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ebdings" panose="05030102010509060703" pitchFamily="18" charset="2"/>
              <a:buChar char="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GitHub Docs — Reviewing proposed changes in a pull request: https://docs.github.com/en/pull-requests/collaborating-with-pull-requests/reviewing-changes-in-pull-requests</a:t>
            </a:r>
          </a:p>
          <a:p>
            <a:pPr marL="285750" indent="-285750">
              <a:buFont typeface="Webdings" panose="05030102010509060703" pitchFamily="18" charset="2"/>
              <a:buChar char="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GitHub Docs — Commenting on a pull request: https://docs.github.com/en/pull-requests/collaborating-with-pull-requests/reviewing-changes-in-pull-requests/commenting-on-a-pull-request</a:t>
            </a:r>
          </a:p>
          <a:p>
            <a:pPr marL="285750" indent="-285750">
              <a:buFont typeface="Webdings" panose="05030102010509060703" pitchFamily="18" charset="2"/>
              <a:buChar char=""/>
            </a:pP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</a:rPr>
              <a:t>راهنمای 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Git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</a:rPr>
              <a:t>و 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GitHub 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</a:rPr>
              <a:t>)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https://codeyad.com/course/learn-git-and-github</a:t>
            </a:r>
            <a:r>
              <a:rPr lang="fa-IR" dirty="0">
                <a:solidFill>
                  <a:schemeClr val="bg1"/>
                </a:solidFill>
                <a:latin typeface="Arial Rounded MT Bold" panose="020F0704030504030204" pitchFamily="34" charset="0"/>
              </a:rPr>
              <a:t>(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Webdings" panose="05030102010509060703" pitchFamily="18" charset="2"/>
              <a:buChar char="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https://www.aparat.com/v/zyh53n2</a:t>
            </a:r>
          </a:p>
        </p:txBody>
      </p:sp>
    </p:spTree>
    <p:extLst>
      <p:ext uri="{BB962C8B-B14F-4D97-AF65-F5344CB8AC3E}">
        <p14:creationId xmlns:p14="http://schemas.microsoft.com/office/powerpoint/2010/main" val="168923480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077D83C-C79C-1149-75C0-6538440D4401}"/>
              </a:ext>
            </a:extLst>
          </p:cNvPr>
          <p:cNvSpPr/>
          <p:nvPr/>
        </p:nvSpPr>
        <p:spPr>
          <a:xfrm flipH="1">
            <a:off x="914400" y="177142"/>
            <a:ext cx="11927444" cy="6503716"/>
          </a:xfrm>
          <a:prstGeom prst="roundRect">
            <a:avLst>
              <a:gd name="adj" fmla="val 5212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21990EF-D96F-1099-4E63-CEB9DCD59E09}"/>
              </a:ext>
            </a:extLst>
          </p:cNvPr>
          <p:cNvSpPr/>
          <p:nvPr/>
        </p:nvSpPr>
        <p:spPr>
          <a:xfrm rot="600000" flipH="1">
            <a:off x="-824737" y="-2456027"/>
            <a:ext cx="15066530" cy="10609340"/>
          </a:xfrm>
          <a:prstGeom prst="roundRect">
            <a:avLst>
              <a:gd name="adj" fmla="val 5212"/>
            </a:avLst>
          </a:prstGeom>
          <a:solidFill>
            <a:schemeClr val="tx1">
              <a:alpha val="81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AB5B6F-A7D8-F0F9-484A-FEF888E4D66D}"/>
              </a:ext>
            </a:extLst>
          </p:cNvPr>
          <p:cNvSpPr txBox="1"/>
          <p:nvPr/>
        </p:nvSpPr>
        <p:spPr>
          <a:xfrm>
            <a:off x="642437" y="2084518"/>
            <a:ext cx="6943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هدف نهایی، </a:t>
            </a:r>
          </a:p>
          <a:p>
            <a:pPr algn="ctr" rtl="1"/>
            <a:r>
              <a:rPr lang="fa-IR" sz="4000" dirty="0">
                <a:solidFill>
                  <a:schemeClr val="bg1"/>
                </a:solidFill>
                <a:cs typeface="B Titr" panose="00000700000000000000" pitchFamily="2" charset="-78"/>
              </a:rPr>
              <a:t>افزایش کیفیت نرم‌افزار و بهبود همکاری تیمی است.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EA9DD8-53B0-083D-94DE-AD8869583D04}"/>
              </a:ext>
            </a:extLst>
          </p:cNvPr>
          <p:cNvSpPr/>
          <p:nvPr/>
        </p:nvSpPr>
        <p:spPr>
          <a:xfrm flipH="1">
            <a:off x="208314" y="177143"/>
            <a:ext cx="566058" cy="1941043"/>
          </a:xfrm>
          <a:prstGeom prst="roundRect">
            <a:avLst>
              <a:gd name="adj" fmla="val 23077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102295F3-DCA1-D78B-9D05-6F8436264D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3335" y="382786"/>
            <a:ext cx="376015" cy="38565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CBF87EAE-839E-FFEE-9D17-6882F9C54F63}"/>
              </a:ext>
            </a:extLst>
          </p:cNvPr>
          <p:cNvGrpSpPr/>
          <p:nvPr/>
        </p:nvGrpSpPr>
        <p:grpSpPr>
          <a:xfrm>
            <a:off x="303335" y="978315"/>
            <a:ext cx="376015" cy="436594"/>
            <a:chOff x="-56201" y="1327424"/>
            <a:chExt cx="790576" cy="917945"/>
          </a:xfrm>
        </p:grpSpPr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D5810E6C-4AEF-5B6D-2D2A-A02B9FEDA4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56201" y="1854844"/>
              <a:ext cx="790576" cy="390525"/>
            </a:xfrm>
            <a:prstGeom prst="rect">
              <a:avLst/>
            </a:prstGeom>
          </p:spPr>
        </p:pic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5AB3DF82-F1F8-955E-DAA5-D786D2481C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56201" y="1327424"/>
              <a:ext cx="790576" cy="390525"/>
            </a:xfrm>
            <a:prstGeom prst="rect">
              <a:avLst/>
            </a:prstGeom>
          </p:spPr>
        </p:pic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B339399-C7BE-6DE5-DB61-5C75A3E94999}"/>
              </a:ext>
            </a:extLst>
          </p:cNvPr>
          <p:cNvSpPr/>
          <p:nvPr/>
        </p:nvSpPr>
        <p:spPr>
          <a:xfrm flipH="1">
            <a:off x="303336" y="1647733"/>
            <a:ext cx="376014" cy="356192"/>
          </a:xfrm>
          <a:prstGeom prst="roundRect">
            <a:avLst>
              <a:gd name="adj" fmla="val 23077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E80D299-B3E1-6B2A-3BD1-267FEA20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/>
              <a:t>17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1EEA1CD-4D18-F70C-25CE-8EE8503D63B9}"/>
              </a:ext>
            </a:extLst>
          </p:cNvPr>
          <p:cNvGrpSpPr/>
          <p:nvPr/>
        </p:nvGrpSpPr>
        <p:grpSpPr>
          <a:xfrm>
            <a:off x="7048500" y="1312388"/>
            <a:ext cx="2356043" cy="760494"/>
            <a:chOff x="6866244" y="1312388"/>
            <a:chExt cx="2014424" cy="76049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9156984-F209-C6A5-41CD-F5E590E8ED7B}"/>
                </a:ext>
              </a:extLst>
            </p:cNvPr>
            <p:cNvGrpSpPr/>
            <p:nvPr/>
          </p:nvGrpSpPr>
          <p:grpSpPr>
            <a:xfrm>
              <a:off x="6933626" y="1362607"/>
              <a:ext cx="1930347" cy="647701"/>
              <a:chOff x="10261654" y="1992838"/>
              <a:chExt cx="1930347" cy="64770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DC4C904F-2896-66E8-76DD-D554DF45748A}"/>
                  </a:ext>
                </a:extLst>
              </p:cNvPr>
              <p:cNvGrpSpPr/>
              <p:nvPr/>
            </p:nvGrpSpPr>
            <p:grpSpPr>
              <a:xfrm>
                <a:off x="10474329" y="1992838"/>
                <a:ext cx="1717672" cy="647701"/>
                <a:chOff x="10474329" y="1992838"/>
                <a:chExt cx="1717672" cy="647701"/>
              </a:xfrm>
            </p:grpSpPr>
            <p:sp>
              <p:nvSpPr>
                <p:cNvPr id="10" name="Rectangle: Top Corners Rounded 9">
                  <a:extLst>
                    <a:ext uri="{FF2B5EF4-FFF2-40B4-BE49-F238E27FC236}">
                      <a16:creationId xmlns:a16="http://schemas.microsoft.com/office/drawing/2014/main" id="{B0415F72-809B-5988-9E79-5DA9A686C4EA}"/>
                    </a:ext>
                  </a:extLst>
                </p:cNvPr>
                <p:cNvSpPr/>
                <p:nvPr/>
              </p:nvSpPr>
              <p:spPr>
                <a:xfrm rot="16200000">
                  <a:off x="11009314" y="1457853"/>
                  <a:ext cx="647701" cy="1717672"/>
                </a:xfrm>
                <a:prstGeom prst="round2Same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TextBox 11">
                  <a:hlinkClick r:id="rId5" action="ppaction://hlinksldjump"/>
                  <a:extLst>
                    <a:ext uri="{FF2B5EF4-FFF2-40B4-BE49-F238E27FC236}">
                      <a16:creationId xmlns:a16="http://schemas.microsoft.com/office/drawing/2014/main" id="{B4F0EF77-FBEC-A0EF-DA98-A3064055C03C}"/>
                    </a:ext>
                  </a:extLst>
                </p:cNvPr>
                <p:cNvSpPr txBox="1"/>
                <p:nvPr/>
              </p:nvSpPr>
              <p:spPr>
                <a:xfrm>
                  <a:off x="10525964" y="2158243"/>
                  <a:ext cx="1666037" cy="338554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sp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a-IR" sz="16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IRANMarker" panose="02000504000000020004" pitchFamily="2" charset="-78"/>
                      <a:ea typeface="+mn-ea"/>
                      <a:cs typeface="IRAN(FaNum)"/>
                    </a:rPr>
                    <a:t>مقدمه و </a:t>
                  </a:r>
                  <a:r>
                    <a:rPr kumimoji="0" lang="fa-IR" sz="16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IRANMarker" panose="02000504000000020004" pitchFamily="2" charset="-78"/>
                      <a:ea typeface="+mn-ea"/>
                      <a:cs typeface="IRAN(FaNum)"/>
                    </a:rPr>
                    <a:t>معرفی بازبینی </a:t>
                  </a:r>
                  <a:r>
                    <a:rPr kumimoji="0" lang="fa-IR" sz="16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IRANMarker" panose="02000504000000020004" pitchFamily="2" charset="-78"/>
                      <a:ea typeface="+mn-ea"/>
                      <a:cs typeface="IRAN(FaNum)"/>
                    </a:rPr>
                    <a:t>کد</a:t>
                  </a: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endParaRPr>
                </a:p>
              </p:txBody>
            </p:sp>
          </p:grp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1150AE6-07C5-7100-D44A-C36D8FBE1FD2}"/>
                  </a:ext>
                </a:extLst>
              </p:cNvPr>
              <p:cNvSpPr/>
              <p:nvPr/>
            </p:nvSpPr>
            <p:spPr>
              <a:xfrm>
                <a:off x="10261654" y="2126849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" name="Graphic 1">
              <a:extLst>
                <a:ext uri="{FF2B5EF4-FFF2-40B4-BE49-F238E27FC236}">
                  <a16:creationId xmlns:a16="http://schemas.microsoft.com/office/drawing/2014/main" id="{AFB10922-3A46-29D6-2855-C31640F9F78C}"/>
                </a:ext>
              </a:extLst>
            </p:cNvPr>
            <p:cNvGrpSpPr/>
            <p:nvPr/>
          </p:nvGrpSpPr>
          <p:grpSpPr>
            <a:xfrm>
              <a:off x="6866244" y="1312388"/>
              <a:ext cx="2014424" cy="760494"/>
              <a:chOff x="10194272" y="769257"/>
              <a:chExt cx="2014424" cy="760494"/>
            </a:xfrm>
            <a:solidFill>
              <a:srgbClr val="F47621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0A273235-BD84-5FA3-34CF-2DA5A4A409A3}"/>
                  </a:ext>
                </a:extLst>
              </p:cNvPr>
              <p:cNvSpPr/>
              <p:nvPr/>
            </p:nvSpPr>
            <p:spPr>
              <a:xfrm>
                <a:off x="10254845" y="944824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6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74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49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A03876B-DCC8-9E56-CEE6-99C1A8B5E930}"/>
                  </a:ext>
                </a:extLst>
              </p:cNvPr>
              <p:cNvSpPr/>
              <p:nvPr/>
            </p:nvSpPr>
            <p:spPr>
              <a:xfrm>
                <a:off x="10194272" y="769257"/>
                <a:ext cx="2014424" cy="760494"/>
              </a:xfrm>
              <a:custGeom>
                <a:avLst/>
                <a:gdLst>
                  <a:gd name="connsiteX0" fmla="*/ 259590 w 2014424"/>
                  <a:gd name="connsiteY0" fmla="*/ 743169 h 760494"/>
                  <a:gd name="connsiteX1" fmla="*/ 259590 w 2014424"/>
                  <a:gd name="connsiteY1" fmla="*/ 628157 h 760494"/>
                  <a:gd name="connsiteX2" fmla="*/ 17347 w 2014424"/>
                  <a:gd name="connsiteY2" fmla="*/ 380258 h 760494"/>
                  <a:gd name="connsiteX3" fmla="*/ 259590 w 2014424"/>
                  <a:gd name="connsiteY3" fmla="*/ 132359 h 760494"/>
                  <a:gd name="connsiteX4" fmla="*/ 259590 w 2014424"/>
                  <a:gd name="connsiteY4" fmla="*/ 76351 h 760494"/>
                  <a:gd name="connsiteX5" fmla="*/ 318595 w 2014424"/>
                  <a:gd name="connsiteY5" fmla="*/ 17347 h 760494"/>
                  <a:gd name="connsiteX6" fmla="*/ 2014425 w 2014424"/>
                  <a:gd name="connsiteY6" fmla="*/ 17347 h 760494"/>
                  <a:gd name="connsiteX7" fmla="*/ 2014425 w 2014424"/>
                  <a:gd name="connsiteY7" fmla="*/ 0 h 760494"/>
                  <a:gd name="connsiteX8" fmla="*/ 318595 w 2014424"/>
                  <a:gd name="connsiteY8" fmla="*/ 0 h 760494"/>
                  <a:gd name="connsiteX9" fmla="*/ 242264 w 2014424"/>
                  <a:gd name="connsiteY9" fmla="*/ 76330 h 760494"/>
                  <a:gd name="connsiteX10" fmla="*/ 242264 w 2014424"/>
                  <a:gd name="connsiteY10" fmla="*/ 116067 h 760494"/>
                  <a:gd name="connsiteX11" fmla="*/ 0 w 2014424"/>
                  <a:gd name="connsiteY11" fmla="*/ 380258 h 760494"/>
                  <a:gd name="connsiteX12" fmla="*/ 242243 w 2014424"/>
                  <a:gd name="connsiteY12" fmla="*/ 644427 h 760494"/>
                  <a:gd name="connsiteX13" fmla="*/ 242243 w 2014424"/>
                  <a:gd name="connsiteY13" fmla="*/ 760495 h 760494"/>
                  <a:gd name="connsiteX14" fmla="*/ 2014425 w 2014424"/>
                  <a:gd name="connsiteY14" fmla="*/ 760495 h 760494"/>
                  <a:gd name="connsiteX15" fmla="*/ 2014425 w 2014424"/>
                  <a:gd name="connsiteY15" fmla="*/ 743148 h 760494"/>
                  <a:gd name="connsiteX16" fmla="*/ 259590 w 2014424"/>
                  <a:gd name="connsiteY16" fmla="*/ 743148 h 76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14424" h="760494">
                    <a:moveTo>
                      <a:pt x="259590" y="743169"/>
                    </a:moveTo>
                    <a:lnTo>
                      <a:pt x="259590" y="628157"/>
                    </a:lnTo>
                    <a:cubicBezTo>
                      <a:pt x="109652" y="619906"/>
                      <a:pt x="17347" y="504007"/>
                      <a:pt x="17347" y="380258"/>
                    </a:cubicBezTo>
                    <a:cubicBezTo>
                      <a:pt x="17347" y="256509"/>
                      <a:pt x="109125" y="140632"/>
                      <a:pt x="259590" y="132359"/>
                    </a:cubicBezTo>
                    <a:lnTo>
                      <a:pt x="259590" y="76351"/>
                    </a:lnTo>
                    <a:cubicBezTo>
                      <a:pt x="259590" y="43810"/>
                      <a:pt x="286054" y="17347"/>
                      <a:pt x="318595" y="17347"/>
                    </a:cubicBezTo>
                    <a:lnTo>
                      <a:pt x="2014425" y="17347"/>
                    </a:lnTo>
                    <a:lnTo>
                      <a:pt x="2014425" y="0"/>
                    </a:lnTo>
                    <a:lnTo>
                      <a:pt x="318595" y="0"/>
                    </a:lnTo>
                    <a:cubicBezTo>
                      <a:pt x="276494" y="0"/>
                      <a:pt x="242264" y="34250"/>
                      <a:pt x="242264" y="76330"/>
                    </a:cubicBezTo>
                    <a:lnTo>
                      <a:pt x="242264" y="116067"/>
                    </a:lnTo>
                    <a:cubicBezTo>
                      <a:pt x="105748" y="127780"/>
                      <a:pt x="0" y="242264"/>
                      <a:pt x="0" y="380258"/>
                    </a:cubicBezTo>
                    <a:cubicBezTo>
                      <a:pt x="0" y="518252"/>
                      <a:pt x="105748" y="632736"/>
                      <a:pt x="242243" y="644427"/>
                    </a:cubicBezTo>
                    <a:lnTo>
                      <a:pt x="242243" y="760495"/>
                    </a:lnTo>
                    <a:lnTo>
                      <a:pt x="2014425" y="760495"/>
                    </a:lnTo>
                    <a:lnTo>
                      <a:pt x="2014425" y="743148"/>
                    </a:lnTo>
                    <a:lnTo>
                      <a:pt x="259590" y="743148"/>
                    </a:lnTo>
                    <a:close/>
                  </a:path>
                </a:pathLst>
              </a:custGeom>
              <a:solidFill>
                <a:schemeClr val="accent1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79D27F78-2BDB-2F2B-25A9-F358C74255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032737" y="1615862"/>
              <a:ext cx="203628" cy="147064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4F9467-52E1-33DE-EF83-14F6A0AB88E8}"/>
              </a:ext>
            </a:extLst>
          </p:cNvPr>
          <p:cNvGrpSpPr/>
          <p:nvPr/>
        </p:nvGrpSpPr>
        <p:grpSpPr>
          <a:xfrm>
            <a:off x="7048503" y="5062970"/>
            <a:ext cx="2356019" cy="725758"/>
            <a:chOff x="6866244" y="5062970"/>
            <a:chExt cx="2014403" cy="72575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324AA60-E0E5-748A-5F32-9610FCE5E0DA}"/>
                </a:ext>
              </a:extLst>
            </p:cNvPr>
            <p:cNvGrpSpPr/>
            <p:nvPr/>
          </p:nvGrpSpPr>
          <p:grpSpPr>
            <a:xfrm>
              <a:off x="6933626" y="5089420"/>
              <a:ext cx="1930352" cy="647701"/>
              <a:chOff x="10261654" y="5719651"/>
              <a:chExt cx="1930352" cy="647701"/>
            </a:xfrm>
          </p:grpSpPr>
          <p:sp>
            <p:nvSpPr>
              <p:cNvPr id="27" name="Rectangle: Top Corners Rounded 26">
                <a:extLst>
                  <a:ext uri="{FF2B5EF4-FFF2-40B4-BE49-F238E27FC236}">
                    <a16:creationId xmlns:a16="http://schemas.microsoft.com/office/drawing/2014/main" id="{42795B22-ECD9-7E0C-98A5-4C3E3DDEEA5B}"/>
                  </a:ext>
                </a:extLst>
              </p:cNvPr>
              <p:cNvSpPr/>
              <p:nvPr/>
            </p:nvSpPr>
            <p:spPr>
              <a:xfrm rot="16200000">
                <a:off x="11009319" y="5184666"/>
                <a:ext cx="647701" cy="1717672"/>
              </a:xfrm>
              <a:prstGeom prst="round2Same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FDAD0C7-7DB8-CA9E-5A22-9D8176F6C6DE}"/>
                  </a:ext>
                </a:extLst>
              </p:cNvPr>
              <p:cNvSpPr/>
              <p:nvPr/>
            </p:nvSpPr>
            <p:spPr>
              <a:xfrm>
                <a:off x="10261654" y="5842749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533AC64-CD08-16E7-0758-7EF5671C53E3}"/>
                  </a:ext>
                </a:extLst>
              </p:cNvPr>
              <p:cNvSpPr txBox="1"/>
              <p:nvPr/>
            </p:nvSpPr>
            <p:spPr>
              <a:xfrm>
                <a:off x="10525287" y="5886803"/>
                <a:ext cx="1666707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(FaNum)"/>
                    <a:cs typeface="B Nazanin" panose="00000400000000000000" pitchFamily="2" charset="-78"/>
                  </a:rPr>
                  <a:t>جمع‌بندی</a:t>
                </a:r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(FaNum)"/>
                  <a:cs typeface="B Nazanin" panose="00000400000000000000" pitchFamily="2" charset="-78"/>
                </a:endParaRPr>
              </a:p>
            </p:txBody>
          </p:sp>
        </p:grpSp>
        <p:grpSp>
          <p:nvGrpSpPr>
            <p:cNvPr id="16" name="Graphic 1">
              <a:extLst>
                <a:ext uri="{FF2B5EF4-FFF2-40B4-BE49-F238E27FC236}">
                  <a16:creationId xmlns:a16="http://schemas.microsoft.com/office/drawing/2014/main" id="{7257C4D8-A68D-FDE6-A4BE-EF327A49C6E0}"/>
                </a:ext>
              </a:extLst>
            </p:cNvPr>
            <p:cNvGrpSpPr/>
            <p:nvPr/>
          </p:nvGrpSpPr>
          <p:grpSpPr>
            <a:xfrm>
              <a:off x="6866244" y="5062970"/>
              <a:ext cx="2014403" cy="725758"/>
              <a:chOff x="10194272" y="3033458"/>
              <a:chExt cx="2014403" cy="725758"/>
            </a:xfrm>
            <a:solidFill>
              <a:schemeClr val="accent6"/>
            </a:solidFill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B4A4DEF-6CD8-68BC-1064-296D5EA20929}"/>
                  </a:ext>
                </a:extLst>
              </p:cNvPr>
              <p:cNvSpPr/>
              <p:nvPr/>
            </p:nvSpPr>
            <p:spPr>
              <a:xfrm>
                <a:off x="10254849" y="3174286"/>
                <a:ext cx="409199" cy="409398"/>
              </a:xfrm>
              <a:custGeom>
                <a:avLst/>
                <a:gdLst>
                  <a:gd name="connsiteX0" fmla="*/ 409200 w 409199"/>
                  <a:gd name="connsiteY0" fmla="*/ 204716 h 409398"/>
                  <a:gd name="connsiteX1" fmla="*/ 65746 w 409199"/>
                  <a:gd name="connsiteY1" fmla="*/ 54398 h 409398"/>
                  <a:gd name="connsiteX2" fmla="*/ 642 w 409199"/>
                  <a:gd name="connsiteY2" fmla="*/ 221324 h 409398"/>
                  <a:gd name="connsiteX3" fmla="*/ 343442 w 409199"/>
                  <a:gd name="connsiteY3" fmla="*/ 354991 h 409398"/>
                  <a:gd name="connsiteX4" fmla="*/ 409200 w 409199"/>
                  <a:gd name="connsiteY4" fmla="*/ 204716 h 409398"/>
                  <a:gd name="connsiteX5" fmla="*/ 372438 w 409199"/>
                  <a:gd name="connsiteY5" fmla="*/ 191041 h 409398"/>
                  <a:gd name="connsiteX6" fmla="*/ 318878 w 409199"/>
                  <a:gd name="connsiteY6" fmla="*/ 328380 h 409398"/>
                  <a:gd name="connsiteX7" fmla="*/ 36750 w 409199"/>
                  <a:gd name="connsiteY7" fmla="*/ 218348 h 409398"/>
                  <a:gd name="connsiteX8" fmla="*/ 90331 w 409199"/>
                  <a:gd name="connsiteY8" fmla="*/ 81009 h 409398"/>
                  <a:gd name="connsiteX9" fmla="*/ 372459 w 409199"/>
                  <a:gd name="connsiteY9" fmla="*/ 191041 h 40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199" h="409398">
                    <a:moveTo>
                      <a:pt x="409200" y="204716"/>
                    </a:moveTo>
                    <a:cubicBezTo>
                      <a:pt x="409200" y="26879"/>
                      <a:pt x="196227" y="-66207"/>
                      <a:pt x="65746" y="54398"/>
                    </a:cubicBezTo>
                    <a:cubicBezTo>
                      <a:pt x="20986" y="95781"/>
                      <a:pt x="-4444" y="156769"/>
                      <a:pt x="642" y="221324"/>
                    </a:cubicBezTo>
                    <a:cubicBezTo>
                      <a:pt x="13853" y="388946"/>
                      <a:pt x="217477" y="471439"/>
                      <a:pt x="343442" y="354991"/>
                    </a:cubicBezTo>
                    <a:cubicBezTo>
                      <a:pt x="385227" y="316372"/>
                      <a:pt x="409200" y="261588"/>
                      <a:pt x="409200" y="204716"/>
                    </a:cubicBezTo>
                    <a:close/>
                    <a:moveTo>
                      <a:pt x="372438" y="191041"/>
                    </a:moveTo>
                    <a:cubicBezTo>
                      <a:pt x="376574" y="244178"/>
                      <a:pt x="355788" y="294256"/>
                      <a:pt x="318878" y="328380"/>
                    </a:cubicBezTo>
                    <a:cubicBezTo>
                      <a:pt x="215219" y="424210"/>
                      <a:pt x="47618" y="356321"/>
                      <a:pt x="36750" y="218348"/>
                    </a:cubicBezTo>
                    <a:cubicBezTo>
                      <a:pt x="32614" y="165210"/>
                      <a:pt x="53379" y="115154"/>
                      <a:pt x="90331" y="81009"/>
                    </a:cubicBezTo>
                    <a:cubicBezTo>
                      <a:pt x="194032" y="-14821"/>
                      <a:pt x="361570" y="53110"/>
                      <a:pt x="372459" y="191041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7105F393-2AD3-B83F-630E-BFFD9D42BA3C}"/>
                  </a:ext>
                </a:extLst>
              </p:cNvPr>
              <p:cNvSpPr/>
              <p:nvPr/>
            </p:nvSpPr>
            <p:spPr>
              <a:xfrm>
                <a:off x="10194272" y="3033458"/>
                <a:ext cx="2014403" cy="725758"/>
              </a:xfrm>
              <a:custGeom>
                <a:avLst/>
                <a:gdLst>
                  <a:gd name="connsiteX0" fmla="*/ 259590 w 2014403"/>
                  <a:gd name="connsiteY0" fmla="*/ 649429 h 725758"/>
                  <a:gd name="connsiteX1" fmla="*/ 259590 w 2014403"/>
                  <a:gd name="connsiteY1" fmla="*/ 593421 h 725758"/>
                  <a:gd name="connsiteX2" fmla="*/ 17347 w 2014403"/>
                  <a:gd name="connsiteY2" fmla="*/ 345522 h 725758"/>
                  <a:gd name="connsiteX3" fmla="*/ 259590 w 2014403"/>
                  <a:gd name="connsiteY3" fmla="*/ 97623 h 725758"/>
                  <a:gd name="connsiteX4" fmla="*/ 259590 w 2014403"/>
                  <a:gd name="connsiteY4" fmla="*/ 0 h 725758"/>
                  <a:gd name="connsiteX5" fmla="*/ 242243 w 2014403"/>
                  <a:gd name="connsiteY5" fmla="*/ 0 h 725758"/>
                  <a:gd name="connsiteX6" fmla="*/ 242243 w 2014403"/>
                  <a:gd name="connsiteY6" fmla="*/ 81331 h 725758"/>
                  <a:gd name="connsiteX7" fmla="*/ 0 w 2014403"/>
                  <a:gd name="connsiteY7" fmla="*/ 345522 h 725758"/>
                  <a:gd name="connsiteX8" fmla="*/ 242243 w 2014403"/>
                  <a:gd name="connsiteY8" fmla="*/ 609691 h 725758"/>
                  <a:gd name="connsiteX9" fmla="*/ 242243 w 2014403"/>
                  <a:gd name="connsiteY9" fmla="*/ 649429 h 725758"/>
                  <a:gd name="connsiteX10" fmla="*/ 318574 w 2014403"/>
                  <a:gd name="connsiteY10" fmla="*/ 725759 h 725758"/>
                  <a:gd name="connsiteX11" fmla="*/ 2014403 w 2014403"/>
                  <a:gd name="connsiteY11" fmla="*/ 725759 h 725758"/>
                  <a:gd name="connsiteX12" fmla="*/ 2014403 w 2014403"/>
                  <a:gd name="connsiteY12" fmla="*/ 708412 h 725758"/>
                  <a:gd name="connsiteX13" fmla="*/ 318595 w 2014403"/>
                  <a:gd name="connsiteY13" fmla="*/ 708412 h 725758"/>
                  <a:gd name="connsiteX14" fmla="*/ 259590 w 2014403"/>
                  <a:gd name="connsiteY14" fmla="*/ 649408 h 725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4403" h="725758">
                    <a:moveTo>
                      <a:pt x="259590" y="649429"/>
                    </a:moveTo>
                    <a:lnTo>
                      <a:pt x="259590" y="593421"/>
                    </a:lnTo>
                    <a:cubicBezTo>
                      <a:pt x="109125" y="585148"/>
                      <a:pt x="17347" y="468849"/>
                      <a:pt x="17347" y="345522"/>
                    </a:cubicBezTo>
                    <a:cubicBezTo>
                      <a:pt x="17347" y="222195"/>
                      <a:pt x="109652" y="105874"/>
                      <a:pt x="259590" y="97623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331"/>
                    </a:lnTo>
                    <a:cubicBezTo>
                      <a:pt x="105748" y="93065"/>
                      <a:pt x="0" y="207550"/>
                      <a:pt x="0" y="345522"/>
                    </a:cubicBezTo>
                    <a:cubicBezTo>
                      <a:pt x="0" y="483495"/>
                      <a:pt x="105748" y="598001"/>
                      <a:pt x="242243" y="609691"/>
                    </a:cubicBezTo>
                    <a:lnTo>
                      <a:pt x="242243" y="649429"/>
                    </a:lnTo>
                    <a:cubicBezTo>
                      <a:pt x="242243" y="691530"/>
                      <a:pt x="276494" y="725759"/>
                      <a:pt x="318574" y="725759"/>
                    </a:cubicBezTo>
                    <a:lnTo>
                      <a:pt x="2014403" y="725759"/>
                    </a:lnTo>
                    <a:lnTo>
                      <a:pt x="2014403" y="708412"/>
                    </a:lnTo>
                    <a:lnTo>
                      <a:pt x="318595" y="708412"/>
                    </a:lnTo>
                    <a:cubicBezTo>
                      <a:pt x="286054" y="708412"/>
                      <a:pt x="259590" y="681949"/>
                      <a:pt x="259590" y="649408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366B5FED-ED5F-BD4C-3099-3AE00DD38C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32737" y="5315400"/>
              <a:ext cx="202967" cy="202967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1B2EE64-13AC-2533-9BAE-F23DD7DD2310}"/>
              </a:ext>
            </a:extLst>
          </p:cNvPr>
          <p:cNvGrpSpPr/>
          <p:nvPr/>
        </p:nvGrpSpPr>
        <p:grpSpPr>
          <a:xfrm>
            <a:off x="7048500" y="4319758"/>
            <a:ext cx="2356043" cy="725864"/>
            <a:chOff x="6866244" y="4319758"/>
            <a:chExt cx="2014424" cy="725864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A68AC86-0A34-28A5-9D61-5783AEF020B4}"/>
                </a:ext>
              </a:extLst>
            </p:cNvPr>
            <p:cNvGrpSpPr/>
            <p:nvPr/>
          </p:nvGrpSpPr>
          <p:grpSpPr>
            <a:xfrm>
              <a:off x="6933626" y="4341558"/>
              <a:ext cx="1930351" cy="647701"/>
              <a:chOff x="10261654" y="4971789"/>
              <a:chExt cx="1930351" cy="647701"/>
            </a:xfrm>
          </p:grpSpPr>
          <p:sp>
            <p:nvSpPr>
              <p:cNvPr id="56" name="Rectangle: Top Corners Rounded 55">
                <a:extLst>
                  <a:ext uri="{FF2B5EF4-FFF2-40B4-BE49-F238E27FC236}">
                    <a16:creationId xmlns:a16="http://schemas.microsoft.com/office/drawing/2014/main" id="{FDBEB3E6-B2CE-3031-6825-0F57F20788B3}"/>
                  </a:ext>
                </a:extLst>
              </p:cNvPr>
              <p:cNvSpPr/>
              <p:nvPr/>
            </p:nvSpPr>
            <p:spPr>
              <a:xfrm rot="16200000">
                <a:off x="11009318" y="4436804"/>
                <a:ext cx="647701" cy="1717672"/>
              </a:xfrm>
              <a:prstGeom prst="round2Same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02AF7D9A-C480-D2A1-4CFB-89519E96940D}"/>
                  </a:ext>
                </a:extLst>
              </p:cNvPr>
              <p:cNvSpPr/>
              <p:nvPr/>
            </p:nvSpPr>
            <p:spPr>
              <a:xfrm>
                <a:off x="10261654" y="5099663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4D86985-3E8A-A92F-F269-2E587D3F652A}"/>
                  </a:ext>
                </a:extLst>
              </p:cNvPr>
              <p:cNvSpPr txBox="1"/>
              <p:nvPr/>
            </p:nvSpPr>
            <p:spPr>
              <a:xfrm>
                <a:off x="10525456" y="5141091"/>
                <a:ext cx="1666544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فرایند عملی بازبینی در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GitHub</a:t>
                </a:r>
              </a:p>
            </p:txBody>
          </p:sp>
        </p:grpSp>
        <p:grpSp>
          <p:nvGrpSpPr>
            <p:cNvPr id="32" name="Graphic 1">
              <a:extLst>
                <a:ext uri="{FF2B5EF4-FFF2-40B4-BE49-F238E27FC236}">
                  <a16:creationId xmlns:a16="http://schemas.microsoft.com/office/drawing/2014/main" id="{D436CE7A-503F-A1D9-95D4-F256E4DB26B7}"/>
                </a:ext>
              </a:extLst>
            </p:cNvPr>
            <p:cNvGrpSpPr/>
            <p:nvPr/>
          </p:nvGrpSpPr>
          <p:grpSpPr>
            <a:xfrm>
              <a:off x="6866244" y="4319758"/>
              <a:ext cx="2014424" cy="725864"/>
              <a:chOff x="10194272" y="2290246"/>
              <a:chExt cx="2014424" cy="725864"/>
            </a:xfrm>
            <a:solidFill>
              <a:schemeClr val="accent5"/>
            </a:solidFill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B17DCB7C-DB5E-2AC4-614D-42AD53B11FEF}"/>
                  </a:ext>
                </a:extLst>
              </p:cNvPr>
              <p:cNvSpPr/>
              <p:nvPr/>
            </p:nvSpPr>
            <p:spPr>
              <a:xfrm>
                <a:off x="10254845" y="2431205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5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49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66109277-70FC-E1E2-7C75-CBC4232A23B4}"/>
                  </a:ext>
                </a:extLst>
              </p:cNvPr>
              <p:cNvSpPr/>
              <p:nvPr/>
            </p:nvSpPr>
            <p:spPr>
              <a:xfrm>
                <a:off x="10194272" y="2290246"/>
                <a:ext cx="2014424" cy="725864"/>
              </a:xfrm>
              <a:custGeom>
                <a:avLst/>
                <a:gdLst>
                  <a:gd name="connsiteX0" fmla="*/ 259590 w 2014424"/>
                  <a:gd name="connsiteY0" fmla="*/ 593527 h 725864"/>
                  <a:gd name="connsiteX1" fmla="*/ 17347 w 2014424"/>
                  <a:gd name="connsiteY1" fmla="*/ 345628 h 725864"/>
                  <a:gd name="connsiteX2" fmla="*/ 259590 w 2014424"/>
                  <a:gd name="connsiteY2" fmla="*/ 97729 h 725864"/>
                  <a:gd name="connsiteX3" fmla="*/ 259590 w 2014424"/>
                  <a:gd name="connsiteY3" fmla="*/ 0 h 725864"/>
                  <a:gd name="connsiteX4" fmla="*/ 242243 w 2014424"/>
                  <a:gd name="connsiteY4" fmla="*/ 0 h 725864"/>
                  <a:gd name="connsiteX5" fmla="*/ 242243 w 2014424"/>
                  <a:gd name="connsiteY5" fmla="*/ 81437 h 725864"/>
                  <a:gd name="connsiteX6" fmla="*/ 0 w 2014424"/>
                  <a:gd name="connsiteY6" fmla="*/ 345628 h 725864"/>
                  <a:gd name="connsiteX7" fmla="*/ 242243 w 2014424"/>
                  <a:gd name="connsiteY7" fmla="*/ 609797 h 725864"/>
                  <a:gd name="connsiteX8" fmla="*/ 242243 w 2014424"/>
                  <a:gd name="connsiteY8" fmla="*/ 725865 h 725864"/>
                  <a:gd name="connsiteX9" fmla="*/ 2014425 w 2014424"/>
                  <a:gd name="connsiteY9" fmla="*/ 725865 h 725864"/>
                  <a:gd name="connsiteX10" fmla="*/ 2014425 w 2014424"/>
                  <a:gd name="connsiteY10" fmla="*/ 708518 h 725864"/>
                  <a:gd name="connsiteX11" fmla="*/ 259590 w 2014424"/>
                  <a:gd name="connsiteY11" fmla="*/ 708518 h 725864"/>
                  <a:gd name="connsiteX12" fmla="*/ 259590 w 2014424"/>
                  <a:gd name="connsiteY12" fmla="*/ 593506 h 725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64">
                    <a:moveTo>
                      <a:pt x="259590" y="593527"/>
                    </a:moveTo>
                    <a:cubicBezTo>
                      <a:pt x="109652" y="585275"/>
                      <a:pt x="17347" y="469377"/>
                      <a:pt x="17347" y="345628"/>
                    </a:cubicBezTo>
                    <a:cubicBezTo>
                      <a:pt x="17347" y="221879"/>
                      <a:pt x="109146" y="106001"/>
                      <a:pt x="259590" y="97729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437"/>
                    </a:lnTo>
                    <a:cubicBezTo>
                      <a:pt x="105748" y="93171"/>
                      <a:pt x="0" y="207655"/>
                      <a:pt x="0" y="345628"/>
                    </a:cubicBezTo>
                    <a:cubicBezTo>
                      <a:pt x="0" y="483600"/>
                      <a:pt x="105748" y="598106"/>
                      <a:pt x="242243" y="609797"/>
                    </a:cubicBezTo>
                    <a:lnTo>
                      <a:pt x="242243" y="725865"/>
                    </a:lnTo>
                    <a:lnTo>
                      <a:pt x="2014425" y="725865"/>
                    </a:lnTo>
                    <a:lnTo>
                      <a:pt x="2014425" y="708518"/>
                    </a:lnTo>
                    <a:lnTo>
                      <a:pt x="259590" y="708518"/>
                    </a:lnTo>
                    <a:lnTo>
                      <a:pt x="259590" y="593506"/>
                    </a:ln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86D9EC2E-52C1-DEA2-3170-8C15CE628B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037757" y="4585069"/>
              <a:ext cx="192927" cy="168811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D8F66F4-9B75-E6F4-2043-622B083BA03F}"/>
              </a:ext>
            </a:extLst>
          </p:cNvPr>
          <p:cNvGrpSpPr/>
          <p:nvPr/>
        </p:nvGrpSpPr>
        <p:grpSpPr>
          <a:xfrm>
            <a:off x="7048500" y="2090208"/>
            <a:ext cx="2356043" cy="725843"/>
            <a:chOff x="6866244" y="2090208"/>
            <a:chExt cx="2014424" cy="725843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7B9B6D8-6CE2-919A-A148-7BC1EC0E6402}"/>
                </a:ext>
              </a:extLst>
            </p:cNvPr>
            <p:cNvGrpSpPr/>
            <p:nvPr/>
          </p:nvGrpSpPr>
          <p:grpSpPr>
            <a:xfrm>
              <a:off x="6933626" y="2110107"/>
              <a:ext cx="1930349" cy="647701"/>
              <a:chOff x="10261654" y="2740338"/>
              <a:chExt cx="1930349" cy="647701"/>
            </a:xfrm>
          </p:grpSpPr>
          <p:sp>
            <p:nvSpPr>
              <p:cNvPr id="67" name="Rectangle: Top Corners Rounded 66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E6D27016-1F05-FEF3-4D2F-2351DB3217A0}"/>
                  </a:ext>
                </a:extLst>
              </p:cNvPr>
              <p:cNvSpPr/>
              <p:nvPr/>
            </p:nvSpPr>
            <p:spPr>
              <a:xfrm rot="16200000">
                <a:off x="11009316" y="2205353"/>
                <a:ext cx="647701" cy="1717672"/>
              </a:xfrm>
              <a:prstGeom prst="round2Same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F22EF278-AB36-FED9-A71B-D1565A26F39D}"/>
                  </a:ext>
                </a:extLst>
              </p:cNvPr>
              <p:cNvSpPr/>
              <p:nvPr/>
            </p:nvSpPr>
            <p:spPr>
              <a:xfrm>
                <a:off x="10261654" y="2871615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3316542-FB08-D148-AB07-98ADC6148255}"/>
                  </a:ext>
                </a:extLst>
              </p:cNvPr>
              <p:cNvSpPr txBox="1"/>
              <p:nvPr/>
            </p:nvSpPr>
            <p:spPr>
              <a:xfrm>
                <a:off x="10525626" y="2903955"/>
                <a:ext cx="1666374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اهمیت و اصول بازبینی حرفه‌ای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Marker" panose="02000504000000020004" pitchFamily="2" charset="-78"/>
                  <a:ea typeface="+mn-ea"/>
                  <a:cs typeface="IRAN(FaNum)"/>
                </a:endParaRPr>
              </a:p>
            </p:txBody>
          </p:sp>
        </p:grpSp>
        <p:grpSp>
          <p:nvGrpSpPr>
            <p:cNvPr id="61" name="Graphic 1">
              <a:extLst>
                <a:ext uri="{FF2B5EF4-FFF2-40B4-BE49-F238E27FC236}">
                  <a16:creationId xmlns:a16="http://schemas.microsoft.com/office/drawing/2014/main" id="{78B9AD12-9680-0E85-BBD9-F3516FDF92B0}"/>
                </a:ext>
              </a:extLst>
            </p:cNvPr>
            <p:cNvGrpSpPr/>
            <p:nvPr/>
          </p:nvGrpSpPr>
          <p:grpSpPr>
            <a:xfrm>
              <a:off x="6866244" y="2090208"/>
              <a:ext cx="2014424" cy="725843"/>
              <a:chOff x="10194272" y="1547077"/>
              <a:chExt cx="2014424" cy="725843"/>
            </a:xfrm>
            <a:solidFill>
              <a:srgbClr val="FBB217"/>
            </a:solidFill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BD4FD5DC-3D08-4357-9226-3A2ABD0C0ABB}"/>
                  </a:ext>
                </a:extLst>
              </p:cNvPr>
              <p:cNvSpPr/>
              <p:nvPr/>
            </p:nvSpPr>
            <p:spPr>
              <a:xfrm>
                <a:off x="10254845" y="1687993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6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50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5785C052-60C0-23BD-974D-73A2AE78D5E8}"/>
                  </a:ext>
                </a:extLst>
              </p:cNvPr>
              <p:cNvSpPr/>
              <p:nvPr/>
            </p:nvSpPr>
            <p:spPr>
              <a:xfrm>
                <a:off x="10194272" y="1547077"/>
                <a:ext cx="2014424" cy="725843"/>
              </a:xfrm>
              <a:custGeom>
                <a:avLst/>
                <a:gdLst>
                  <a:gd name="connsiteX0" fmla="*/ 259590 w 2014424"/>
                  <a:gd name="connsiteY0" fmla="*/ 593484 h 725843"/>
                  <a:gd name="connsiteX1" fmla="*/ 17347 w 2014424"/>
                  <a:gd name="connsiteY1" fmla="*/ 345586 h 725843"/>
                  <a:gd name="connsiteX2" fmla="*/ 259590 w 2014424"/>
                  <a:gd name="connsiteY2" fmla="*/ 97687 h 725843"/>
                  <a:gd name="connsiteX3" fmla="*/ 259590 w 2014424"/>
                  <a:gd name="connsiteY3" fmla="*/ 0 h 725843"/>
                  <a:gd name="connsiteX4" fmla="*/ 242243 w 2014424"/>
                  <a:gd name="connsiteY4" fmla="*/ 0 h 725843"/>
                  <a:gd name="connsiteX5" fmla="*/ 242243 w 2014424"/>
                  <a:gd name="connsiteY5" fmla="*/ 81395 h 725843"/>
                  <a:gd name="connsiteX6" fmla="*/ 0 w 2014424"/>
                  <a:gd name="connsiteY6" fmla="*/ 345607 h 725843"/>
                  <a:gd name="connsiteX7" fmla="*/ 242243 w 2014424"/>
                  <a:gd name="connsiteY7" fmla="*/ 609776 h 725843"/>
                  <a:gd name="connsiteX8" fmla="*/ 242243 w 2014424"/>
                  <a:gd name="connsiteY8" fmla="*/ 725844 h 725843"/>
                  <a:gd name="connsiteX9" fmla="*/ 2014425 w 2014424"/>
                  <a:gd name="connsiteY9" fmla="*/ 725844 h 725843"/>
                  <a:gd name="connsiteX10" fmla="*/ 2014425 w 2014424"/>
                  <a:gd name="connsiteY10" fmla="*/ 708497 h 725843"/>
                  <a:gd name="connsiteX11" fmla="*/ 259590 w 2014424"/>
                  <a:gd name="connsiteY11" fmla="*/ 708497 h 725843"/>
                  <a:gd name="connsiteX12" fmla="*/ 259590 w 2014424"/>
                  <a:gd name="connsiteY12" fmla="*/ 593484 h 725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43">
                    <a:moveTo>
                      <a:pt x="259590" y="593484"/>
                    </a:moveTo>
                    <a:cubicBezTo>
                      <a:pt x="109652" y="585233"/>
                      <a:pt x="17347" y="469334"/>
                      <a:pt x="17347" y="345586"/>
                    </a:cubicBezTo>
                    <a:cubicBezTo>
                      <a:pt x="17347" y="221837"/>
                      <a:pt x="109146" y="105959"/>
                      <a:pt x="259590" y="97687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395"/>
                    </a:lnTo>
                    <a:cubicBezTo>
                      <a:pt x="105748" y="93128"/>
                      <a:pt x="0" y="207613"/>
                      <a:pt x="0" y="345607"/>
                    </a:cubicBezTo>
                    <a:cubicBezTo>
                      <a:pt x="0" y="483600"/>
                      <a:pt x="105748" y="598085"/>
                      <a:pt x="242243" y="609776"/>
                    </a:cubicBezTo>
                    <a:lnTo>
                      <a:pt x="242243" y="725844"/>
                    </a:lnTo>
                    <a:lnTo>
                      <a:pt x="2014425" y="725844"/>
                    </a:lnTo>
                    <a:lnTo>
                      <a:pt x="2014425" y="708497"/>
                    </a:lnTo>
                    <a:lnTo>
                      <a:pt x="259590" y="708497"/>
                    </a:lnTo>
                    <a:lnTo>
                      <a:pt x="259590" y="593484"/>
                    </a:lnTo>
                    <a:close/>
                  </a:path>
                </a:pathLst>
              </a:custGeom>
              <a:solidFill>
                <a:schemeClr val="accent2"/>
              </a:solidFill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2E0D0534-AF88-E639-3797-41B5B1DF77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043096" y="2342834"/>
              <a:ext cx="182249" cy="182249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45D2462-498A-A5AD-E4D4-24D06B750CBA}"/>
              </a:ext>
            </a:extLst>
          </p:cNvPr>
          <p:cNvGrpSpPr/>
          <p:nvPr/>
        </p:nvGrpSpPr>
        <p:grpSpPr>
          <a:xfrm>
            <a:off x="7048500" y="2833377"/>
            <a:ext cx="2356043" cy="725864"/>
            <a:chOff x="6866244" y="2833377"/>
            <a:chExt cx="2014424" cy="725864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0D7FFDC3-B889-8CFE-9A51-1032148D482A}"/>
                </a:ext>
              </a:extLst>
            </p:cNvPr>
            <p:cNvGrpSpPr/>
            <p:nvPr/>
          </p:nvGrpSpPr>
          <p:grpSpPr>
            <a:xfrm>
              <a:off x="6933626" y="2848643"/>
              <a:ext cx="1930350" cy="647701"/>
              <a:chOff x="10261654" y="3478874"/>
              <a:chExt cx="1930350" cy="647701"/>
            </a:xfrm>
          </p:grpSpPr>
          <p:sp>
            <p:nvSpPr>
              <p:cNvPr id="87" name="Rectangle: Top Corners Rounded 86">
                <a:extLst>
                  <a:ext uri="{FF2B5EF4-FFF2-40B4-BE49-F238E27FC236}">
                    <a16:creationId xmlns:a16="http://schemas.microsoft.com/office/drawing/2014/main" id="{44A7B074-A64D-7A18-2282-1ED0B21CE1E0}"/>
                  </a:ext>
                </a:extLst>
              </p:cNvPr>
              <p:cNvSpPr/>
              <p:nvPr/>
            </p:nvSpPr>
            <p:spPr>
              <a:xfrm rot="16200000">
                <a:off x="11009317" y="2943889"/>
                <a:ext cx="647701" cy="1717672"/>
              </a:xfrm>
              <a:prstGeom prst="round2Same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F04A71DE-71C3-67F0-6586-00AD19B659A3}"/>
                  </a:ext>
                </a:extLst>
              </p:cNvPr>
              <p:cNvSpPr/>
              <p:nvPr/>
            </p:nvSpPr>
            <p:spPr>
              <a:xfrm>
                <a:off x="10261654" y="3613282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51BC775-A494-5BC8-4B4A-141CD1A1D81E}"/>
                  </a:ext>
                </a:extLst>
              </p:cNvPr>
              <p:cNvSpPr txBox="1"/>
              <p:nvPr/>
            </p:nvSpPr>
            <p:spPr>
              <a:xfrm>
                <a:off x="10526132" y="3649667"/>
                <a:ext cx="1665869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معیارها و چک‌لیست بازبینی کد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Marker" panose="02000504000000020004" pitchFamily="2" charset="-78"/>
                  <a:ea typeface="+mn-ea"/>
                  <a:cs typeface="IRAN(FaNum)"/>
                </a:endParaRPr>
              </a:p>
            </p:txBody>
          </p:sp>
        </p:grp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7A1C78CD-E914-E161-0808-252CD211552A}"/>
                </a:ext>
              </a:extLst>
            </p:cNvPr>
            <p:cNvSpPr/>
            <p:nvPr/>
          </p:nvSpPr>
          <p:spPr>
            <a:xfrm>
              <a:off x="6933626" y="2983051"/>
              <a:ext cx="391957" cy="3919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4" name="Graphic 1">
              <a:extLst>
                <a:ext uri="{FF2B5EF4-FFF2-40B4-BE49-F238E27FC236}">
                  <a16:creationId xmlns:a16="http://schemas.microsoft.com/office/drawing/2014/main" id="{9586984F-CD3D-2A6C-0DC5-55DD7D41F054}"/>
                </a:ext>
              </a:extLst>
            </p:cNvPr>
            <p:cNvGrpSpPr/>
            <p:nvPr/>
          </p:nvGrpSpPr>
          <p:grpSpPr>
            <a:xfrm>
              <a:off x="6866244" y="2833377"/>
              <a:ext cx="2014424" cy="725864"/>
              <a:chOff x="10194272" y="2290246"/>
              <a:chExt cx="2014424" cy="725864"/>
            </a:xfrm>
            <a:solidFill>
              <a:schemeClr val="accent3"/>
            </a:solidFill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55F5DFCB-F637-0576-CA07-FEFF1B1FEA6D}"/>
                  </a:ext>
                </a:extLst>
              </p:cNvPr>
              <p:cNvSpPr/>
              <p:nvPr/>
            </p:nvSpPr>
            <p:spPr>
              <a:xfrm>
                <a:off x="10254845" y="2431205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5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49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618F6061-D9A1-B7D5-0A92-25B11A9D991F}"/>
                  </a:ext>
                </a:extLst>
              </p:cNvPr>
              <p:cNvSpPr/>
              <p:nvPr/>
            </p:nvSpPr>
            <p:spPr>
              <a:xfrm>
                <a:off x="10194272" y="2290246"/>
                <a:ext cx="2014424" cy="725864"/>
              </a:xfrm>
              <a:custGeom>
                <a:avLst/>
                <a:gdLst>
                  <a:gd name="connsiteX0" fmla="*/ 259590 w 2014424"/>
                  <a:gd name="connsiteY0" fmla="*/ 593527 h 725864"/>
                  <a:gd name="connsiteX1" fmla="*/ 17347 w 2014424"/>
                  <a:gd name="connsiteY1" fmla="*/ 345628 h 725864"/>
                  <a:gd name="connsiteX2" fmla="*/ 259590 w 2014424"/>
                  <a:gd name="connsiteY2" fmla="*/ 97729 h 725864"/>
                  <a:gd name="connsiteX3" fmla="*/ 259590 w 2014424"/>
                  <a:gd name="connsiteY3" fmla="*/ 0 h 725864"/>
                  <a:gd name="connsiteX4" fmla="*/ 242243 w 2014424"/>
                  <a:gd name="connsiteY4" fmla="*/ 0 h 725864"/>
                  <a:gd name="connsiteX5" fmla="*/ 242243 w 2014424"/>
                  <a:gd name="connsiteY5" fmla="*/ 81437 h 725864"/>
                  <a:gd name="connsiteX6" fmla="*/ 0 w 2014424"/>
                  <a:gd name="connsiteY6" fmla="*/ 345628 h 725864"/>
                  <a:gd name="connsiteX7" fmla="*/ 242243 w 2014424"/>
                  <a:gd name="connsiteY7" fmla="*/ 609797 h 725864"/>
                  <a:gd name="connsiteX8" fmla="*/ 242243 w 2014424"/>
                  <a:gd name="connsiteY8" fmla="*/ 725865 h 725864"/>
                  <a:gd name="connsiteX9" fmla="*/ 2014425 w 2014424"/>
                  <a:gd name="connsiteY9" fmla="*/ 725865 h 725864"/>
                  <a:gd name="connsiteX10" fmla="*/ 2014425 w 2014424"/>
                  <a:gd name="connsiteY10" fmla="*/ 708518 h 725864"/>
                  <a:gd name="connsiteX11" fmla="*/ 259590 w 2014424"/>
                  <a:gd name="connsiteY11" fmla="*/ 708518 h 725864"/>
                  <a:gd name="connsiteX12" fmla="*/ 259590 w 2014424"/>
                  <a:gd name="connsiteY12" fmla="*/ 593506 h 725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64">
                    <a:moveTo>
                      <a:pt x="259590" y="593527"/>
                    </a:moveTo>
                    <a:cubicBezTo>
                      <a:pt x="109652" y="585275"/>
                      <a:pt x="17347" y="469377"/>
                      <a:pt x="17347" y="345628"/>
                    </a:cubicBezTo>
                    <a:cubicBezTo>
                      <a:pt x="17347" y="221879"/>
                      <a:pt x="109146" y="106001"/>
                      <a:pt x="259590" y="97729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437"/>
                    </a:lnTo>
                    <a:cubicBezTo>
                      <a:pt x="105748" y="93171"/>
                      <a:pt x="0" y="207655"/>
                      <a:pt x="0" y="345628"/>
                    </a:cubicBezTo>
                    <a:cubicBezTo>
                      <a:pt x="0" y="483600"/>
                      <a:pt x="105748" y="598106"/>
                      <a:pt x="242243" y="609797"/>
                    </a:cubicBezTo>
                    <a:lnTo>
                      <a:pt x="242243" y="725865"/>
                    </a:lnTo>
                    <a:lnTo>
                      <a:pt x="2014425" y="725865"/>
                    </a:lnTo>
                    <a:lnTo>
                      <a:pt x="2014425" y="708518"/>
                    </a:lnTo>
                    <a:lnTo>
                      <a:pt x="259590" y="708518"/>
                    </a:lnTo>
                    <a:lnTo>
                      <a:pt x="259590" y="593506"/>
                    </a:ln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75" name="Graphic 74">
              <a:extLst>
                <a:ext uri="{FF2B5EF4-FFF2-40B4-BE49-F238E27FC236}">
                  <a16:creationId xmlns:a16="http://schemas.microsoft.com/office/drawing/2014/main" id="{CB94FB3B-735C-EA6E-1BB4-D9349BAACD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053258" y="3065175"/>
              <a:ext cx="161925" cy="213058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88A67C6-F67E-7A4E-1ED7-3AB2B71CC4B2}"/>
              </a:ext>
            </a:extLst>
          </p:cNvPr>
          <p:cNvGrpSpPr/>
          <p:nvPr/>
        </p:nvGrpSpPr>
        <p:grpSpPr>
          <a:xfrm>
            <a:off x="7048500" y="3576589"/>
            <a:ext cx="2356043" cy="725843"/>
            <a:chOff x="6866244" y="3576589"/>
            <a:chExt cx="2014424" cy="725843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8A1383AF-96B3-09BB-FCF5-A70DCC2C294B}"/>
                </a:ext>
              </a:extLst>
            </p:cNvPr>
            <p:cNvGrpSpPr/>
            <p:nvPr/>
          </p:nvGrpSpPr>
          <p:grpSpPr>
            <a:xfrm>
              <a:off x="6933626" y="3595625"/>
              <a:ext cx="1930351" cy="647701"/>
              <a:chOff x="10261654" y="4225856"/>
              <a:chExt cx="1930351" cy="647701"/>
            </a:xfrm>
          </p:grpSpPr>
          <p:sp>
            <p:nvSpPr>
              <p:cNvPr id="125" name="Rectangle: Top Corners Rounded 124">
                <a:extLst>
                  <a:ext uri="{FF2B5EF4-FFF2-40B4-BE49-F238E27FC236}">
                    <a16:creationId xmlns:a16="http://schemas.microsoft.com/office/drawing/2014/main" id="{7BAD7A3B-7368-5375-C4DF-5DA08567BAB5}"/>
                  </a:ext>
                </a:extLst>
              </p:cNvPr>
              <p:cNvSpPr/>
              <p:nvPr/>
            </p:nvSpPr>
            <p:spPr>
              <a:xfrm rot="16200000">
                <a:off x="11009318" y="3690871"/>
                <a:ext cx="647701" cy="1717672"/>
              </a:xfrm>
              <a:prstGeom prst="round2Same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CC53177-B8A2-AB0A-B961-AD50EE53E353}"/>
                  </a:ext>
                </a:extLst>
              </p:cNvPr>
              <p:cNvSpPr/>
              <p:nvPr/>
            </p:nvSpPr>
            <p:spPr>
              <a:xfrm>
                <a:off x="10261654" y="4356451"/>
                <a:ext cx="391957" cy="3919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90B69BF6-4077-FA0E-5FB8-4760B6CF369B}"/>
                  </a:ext>
                </a:extLst>
              </p:cNvPr>
              <p:cNvSpPr txBox="1"/>
              <p:nvPr/>
            </p:nvSpPr>
            <p:spPr>
              <a:xfrm>
                <a:off x="10525795" y="4395379"/>
                <a:ext cx="1666205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IRANMarker" panose="02000504000000020004" pitchFamily="2" charset="-78"/>
                    <a:ea typeface="+mn-ea"/>
                    <a:cs typeface="IRAN(FaNum)"/>
                  </a:rPr>
                  <a:t>بررسی نمونه کد و تست آن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IRANMarker" panose="02000504000000020004" pitchFamily="2" charset="-78"/>
                  <a:ea typeface="+mn-ea"/>
                  <a:cs typeface="IRAN(FaNum)"/>
                </a:endParaRPr>
              </a:p>
            </p:txBody>
          </p:sp>
        </p:grpSp>
        <p:grpSp>
          <p:nvGrpSpPr>
            <p:cNvPr id="121" name="Graphic 1">
              <a:extLst>
                <a:ext uri="{FF2B5EF4-FFF2-40B4-BE49-F238E27FC236}">
                  <a16:creationId xmlns:a16="http://schemas.microsoft.com/office/drawing/2014/main" id="{19F16DE8-F506-F5EE-8E78-C35BF0F2FF66}"/>
                </a:ext>
              </a:extLst>
            </p:cNvPr>
            <p:cNvGrpSpPr/>
            <p:nvPr/>
          </p:nvGrpSpPr>
          <p:grpSpPr>
            <a:xfrm>
              <a:off x="6866244" y="3576589"/>
              <a:ext cx="2014424" cy="725843"/>
              <a:chOff x="10194272" y="1547077"/>
              <a:chExt cx="2014424" cy="725843"/>
            </a:xfrm>
            <a:solidFill>
              <a:schemeClr val="accent4"/>
            </a:solidFill>
          </p:grpSpPr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89B5F963-4B53-9163-39F6-D6B28AD318A6}"/>
                  </a:ext>
                </a:extLst>
              </p:cNvPr>
              <p:cNvSpPr/>
              <p:nvPr/>
            </p:nvSpPr>
            <p:spPr>
              <a:xfrm>
                <a:off x="10254845" y="1687993"/>
                <a:ext cx="409204" cy="409388"/>
              </a:xfrm>
              <a:custGeom>
                <a:avLst/>
                <a:gdLst>
                  <a:gd name="connsiteX0" fmla="*/ 343447 w 409204"/>
                  <a:gd name="connsiteY0" fmla="*/ 54393 h 409388"/>
                  <a:gd name="connsiteX1" fmla="*/ 647 w 409204"/>
                  <a:gd name="connsiteY1" fmla="*/ 188061 h 409388"/>
                  <a:gd name="connsiteX2" fmla="*/ 65751 w 409204"/>
                  <a:gd name="connsiteY2" fmla="*/ 354987 h 409388"/>
                  <a:gd name="connsiteX3" fmla="*/ 409205 w 409204"/>
                  <a:gd name="connsiteY3" fmla="*/ 204669 h 409388"/>
                  <a:gd name="connsiteX4" fmla="*/ 343447 w 409204"/>
                  <a:gd name="connsiteY4" fmla="*/ 54393 h 409388"/>
                  <a:gd name="connsiteX5" fmla="*/ 90315 w 409204"/>
                  <a:gd name="connsiteY5" fmla="*/ 328376 h 409388"/>
                  <a:gd name="connsiteX6" fmla="*/ 36734 w 409204"/>
                  <a:gd name="connsiteY6" fmla="*/ 191036 h 409388"/>
                  <a:gd name="connsiteX7" fmla="*/ 318862 w 409204"/>
                  <a:gd name="connsiteY7" fmla="*/ 81005 h 409388"/>
                  <a:gd name="connsiteX8" fmla="*/ 372422 w 409204"/>
                  <a:gd name="connsiteY8" fmla="*/ 218344 h 409388"/>
                  <a:gd name="connsiteX9" fmla="*/ 90294 w 409204"/>
                  <a:gd name="connsiteY9" fmla="*/ 328376 h 40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204" h="409388">
                    <a:moveTo>
                      <a:pt x="343447" y="54393"/>
                    </a:moveTo>
                    <a:cubicBezTo>
                      <a:pt x="217482" y="-62033"/>
                      <a:pt x="13837" y="20460"/>
                      <a:pt x="647" y="188061"/>
                    </a:cubicBezTo>
                    <a:cubicBezTo>
                      <a:pt x="-4460" y="252616"/>
                      <a:pt x="20970" y="313604"/>
                      <a:pt x="65751" y="354987"/>
                    </a:cubicBezTo>
                    <a:cubicBezTo>
                      <a:pt x="196231" y="475592"/>
                      <a:pt x="409205" y="382527"/>
                      <a:pt x="409205" y="204669"/>
                    </a:cubicBezTo>
                    <a:cubicBezTo>
                      <a:pt x="409205" y="147796"/>
                      <a:pt x="385232" y="93012"/>
                      <a:pt x="343447" y="54393"/>
                    </a:cubicBezTo>
                    <a:close/>
                    <a:moveTo>
                      <a:pt x="90315" y="328376"/>
                    </a:moveTo>
                    <a:cubicBezTo>
                      <a:pt x="53384" y="294231"/>
                      <a:pt x="32619" y="244153"/>
                      <a:pt x="36734" y="191036"/>
                    </a:cubicBezTo>
                    <a:cubicBezTo>
                      <a:pt x="47602" y="53064"/>
                      <a:pt x="215182" y="-14825"/>
                      <a:pt x="318862" y="81005"/>
                    </a:cubicBezTo>
                    <a:cubicBezTo>
                      <a:pt x="355793" y="115150"/>
                      <a:pt x="376558" y="165206"/>
                      <a:pt x="372422" y="218344"/>
                    </a:cubicBezTo>
                    <a:cubicBezTo>
                      <a:pt x="361554" y="356274"/>
                      <a:pt x="193995" y="424205"/>
                      <a:pt x="90294" y="328376"/>
                    </a:cubicBez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6EA22EDB-D46D-1957-ACA0-FFC98379F0BC}"/>
                  </a:ext>
                </a:extLst>
              </p:cNvPr>
              <p:cNvSpPr/>
              <p:nvPr/>
            </p:nvSpPr>
            <p:spPr>
              <a:xfrm>
                <a:off x="10194272" y="1547077"/>
                <a:ext cx="2014424" cy="725843"/>
              </a:xfrm>
              <a:custGeom>
                <a:avLst/>
                <a:gdLst>
                  <a:gd name="connsiteX0" fmla="*/ 259590 w 2014424"/>
                  <a:gd name="connsiteY0" fmla="*/ 593484 h 725843"/>
                  <a:gd name="connsiteX1" fmla="*/ 17347 w 2014424"/>
                  <a:gd name="connsiteY1" fmla="*/ 345586 h 725843"/>
                  <a:gd name="connsiteX2" fmla="*/ 259590 w 2014424"/>
                  <a:gd name="connsiteY2" fmla="*/ 97687 h 725843"/>
                  <a:gd name="connsiteX3" fmla="*/ 259590 w 2014424"/>
                  <a:gd name="connsiteY3" fmla="*/ 0 h 725843"/>
                  <a:gd name="connsiteX4" fmla="*/ 242243 w 2014424"/>
                  <a:gd name="connsiteY4" fmla="*/ 0 h 725843"/>
                  <a:gd name="connsiteX5" fmla="*/ 242243 w 2014424"/>
                  <a:gd name="connsiteY5" fmla="*/ 81395 h 725843"/>
                  <a:gd name="connsiteX6" fmla="*/ 0 w 2014424"/>
                  <a:gd name="connsiteY6" fmla="*/ 345607 h 725843"/>
                  <a:gd name="connsiteX7" fmla="*/ 242243 w 2014424"/>
                  <a:gd name="connsiteY7" fmla="*/ 609776 h 725843"/>
                  <a:gd name="connsiteX8" fmla="*/ 242243 w 2014424"/>
                  <a:gd name="connsiteY8" fmla="*/ 725844 h 725843"/>
                  <a:gd name="connsiteX9" fmla="*/ 2014425 w 2014424"/>
                  <a:gd name="connsiteY9" fmla="*/ 725844 h 725843"/>
                  <a:gd name="connsiteX10" fmla="*/ 2014425 w 2014424"/>
                  <a:gd name="connsiteY10" fmla="*/ 708497 h 725843"/>
                  <a:gd name="connsiteX11" fmla="*/ 259590 w 2014424"/>
                  <a:gd name="connsiteY11" fmla="*/ 708497 h 725843"/>
                  <a:gd name="connsiteX12" fmla="*/ 259590 w 2014424"/>
                  <a:gd name="connsiteY12" fmla="*/ 593484 h 725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4424" h="725843">
                    <a:moveTo>
                      <a:pt x="259590" y="593484"/>
                    </a:moveTo>
                    <a:cubicBezTo>
                      <a:pt x="109652" y="585233"/>
                      <a:pt x="17347" y="469334"/>
                      <a:pt x="17347" y="345586"/>
                    </a:cubicBezTo>
                    <a:cubicBezTo>
                      <a:pt x="17347" y="221837"/>
                      <a:pt x="109146" y="105959"/>
                      <a:pt x="259590" y="97687"/>
                    </a:cubicBezTo>
                    <a:lnTo>
                      <a:pt x="259590" y="0"/>
                    </a:lnTo>
                    <a:lnTo>
                      <a:pt x="242243" y="0"/>
                    </a:lnTo>
                    <a:lnTo>
                      <a:pt x="242243" y="81395"/>
                    </a:lnTo>
                    <a:cubicBezTo>
                      <a:pt x="105748" y="93128"/>
                      <a:pt x="0" y="207613"/>
                      <a:pt x="0" y="345607"/>
                    </a:cubicBezTo>
                    <a:cubicBezTo>
                      <a:pt x="0" y="483600"/>
                      <a:pt x="105748" y="598085"/>
                      <a:pt x="242243" y="609776"/>
                    </a:cubicBezTo>
                    <a:lnTo>
                      <a:pt x="242243" y="725844"/>
                    </a:lnTo>
                    <a:lnTo>
                      <a:pt x="2014425" y="725844"/>
                    </a:lnTo>
                    <a:lnTo>
                      <a:pt x="2014425" y="708497"/>
                    </a:lnTo>
                    <a:lnTo>
                      <a:pt x="259590" y="708497"/>
                    </a:lnTo>
                    <a:lnTo>
                      <a:pt x="259590" y="593484"/>
                    </a:lnTo>
                    <a:close/>
                  </a:path>
                </a:pathLst>
              </a:custGeom>
              <a:grpFill/>
              <a:ln w="2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IRAN(FaNum)"/>
                </a:endParaRPr>
              </a:p>
            </p:txBody>
          </p:sp>
        </p:grpSp>
        <p:pic>
          <p:nvPicPr>
            <p:cNvPr id="122" name="Graphic 121">
              <a:extLst>
                <a:ext uri="{FF2B5EF4-FFF2-40B4-BE49-F238E27FC236}">
                  <a16:creationId xmlns:a16="http://schemas.microsoft.com/office/drawing/2014/main" id="{A4D2DC5B-22E3-B6E0-A3B9-E25B9E1BA2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flipH="1">
              <a:off x="7033610" y="3827849"/>
              <a:ext cx="201221" cy="200461"/>
            </a:xfrm>
            <a:prstGeom prst="rect">
              <a:avLst/>
            </a:prstGeom>
          </p:spPr>
        </p:pic>
      </p:grp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A33A2AAD-E554-6EE5-95CE-3C6315BEFB39}"/>
              </a:ext>
            </a:extLst>
          </p:cNvPr>
          <p:cNvSpPr/>
          <p:nvPr/>
        </p:nvSpPr>
        <p:spPr>
          <a:xfrm flipH="1">
            <a:off x="9397461" y="829358"/>
            <a:ext cx="1603913" cy="5199283"/>
          </a:xfrm>
          <a:prstGeom prst="roundRect">
            <a:avLst>
              <a:gd name="adj" fmla="val 16053"/>
            </a:avLst>
          </a:prstGeom>
          <a:solidFill>
            <a:schemeClr val="tx1">
              <a:alpha val="67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22F61E1-2F31-52EA-10CF-209525FD86E1}"/>
              </a:ext>
            </a:extLst>
          </p:cNvPr>
          <p:cNvSpPr txBox="1"/>
          <p:nvPr/>
        </p:nvSpPr>
        <p:spPr>
          <a:xfrm rot="5400000">
            <a:off x="7641416" y="2921167"/>
            <a:ext cx="51992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6000" dirty="0">
                <a:solidFill>
                  <a:schemeClr val="bg1"/>
                </a:solidFill>
                <a:cs typeface="B Titr" panose="00000700000000000000" pitchFamily="2" charset="-78"/>
              </a:rPr>
              <a:t>پایان</a:t>
            </a:r>
            <a:endParaRPr lang="en-US" sz="60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97750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reva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70AD47"/>
      </a:accent3>
      <a:accent4>
        <a:srgbClr val="FFC000"/>
      </a:accent4>
      <a:accent5>
        <a:srgbClr val="954F72"/>
      </a:accent5>
      <a:accent6>
        <a:srgbClr val="A5A5A5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1548</Words>
  <Application>Microsoft Office PowerPoint</Application>
  <PresentationFormat>Widescreen</PresentationFormat>
  <Paragraphs>247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6" baseType="lpstr">
      <vt:lpstr>Webdings</vt:lpstr>
      <vt:lpstr>Lalezar</vt:lpstr>
      <vt:lpstr>Arial Rounded MT Bold</vt:lpstr>
      <vt:lpstr>Calibri</vt:lpstr>
      <vt:lpstr>A Hana</vt:lpstr>
      <vt:lpstr>Wingdings</vt:lpstr>
      <vt:lpstr>Bahnschrift</vt:lpstr>
      <vt:lpstr>Calibri Light</vt:lpstr>
      <vt:lpstr>IRANMarker</vt:lpstr>
      <vt:lpstr>B Titr</vt:lpstr>
      <vt:lpstr>B Kamran</vt:lpstr>
      <vt:lpstr>B Nazanin</vt:lpstr>
      <vt:lpstr>Courier New</vt:lpstr>
      <vt:lpstr>IRAN(FaNum)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Slidehall.ir Presentation store</dc:creator>
  <cp:lastModifiedBy>Lavan</cp:lastModifiedBy>
  <cp:revision>52</cp:revision>
  <dcterms:created xsi:type="dcterms:W3CDTF">2023-09-02T14:30:05Z</dcterms:created>
  <dcterms:modified xsi:type="dcterms:W3CDTF">2026-10-24T08:43:47Z</dcterms:modified>
</cp:coreProperties>
</file>